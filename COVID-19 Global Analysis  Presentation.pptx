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 id="21474837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39325F-8A07-4F6B-8F36-34E504B5032A}">
  <a:tblStyle styleId="{E639325F-8A07-4F6B-8F36-34E504B503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5d59a0475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5d59a0475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5d59a0475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f5d59a0475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f5d59a0475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f5d59a0475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5d59a0475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5d59a0475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5d59a0475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f5d59a0475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5d59a0475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5d59a0475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5d59a0475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f5d59a0475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5d59a0475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5d59a0475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5d59a0475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f5d59a0475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f5d59a0475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f5d59a0475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f5d59a0475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f5d59a0475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f5d59a0475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f5d59a0475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58" name="Shape 58"/>
        <p:cNvGrpSpPr/>
        <p:nvPr/>
      </p:nvGrpSpPr>
      <p:grpSpPr>
        <a:xfrm>
          <a:off x="0" y="0"/>
          <a:ext cx="0" cy="0"/>
          <a:chOff x="0" y="0"/>
          <a:chExt cx="0" cy="0"/>
        </a:xfrm>
      </p:grpSpPr>
      <p:sp>
        <p:nvSpPr>
          <p:cNvPr id="59" name="Google Shape;5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 name="Google Shape;6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66" name="Google Shape;6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69" name="Shape 69"/>
        <p:cNvGrpSpPr/>
        <p:nvPr/>
      </p:nvGrpSpPr>
      <p:grpSpPr>
        <a:xfrm>
          <a:off x="0" y="0"/>
          <a:ext cx="0" cy="0"/>
          <a:chOff x="0" y="0"/>
          <a:chExt cx="0" cy="0"/>
        </a:xfrm>
      </p:grpSpPr>
      <p:sp>
        <p:nvSpPr>
          <p:cNvPr id="70" name="Google Shape;7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 name="Google Shape;7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74" name="Shape 74"/>
        <p:cNvGrpSpPr/>
        <p:nvPr/>
      </p:nvGrpSpPr>
      <p:grpSpPr>
        <a:xfrm>
          <a:off x="0" y="0"/>
          <a:ext cx="0" cy="0"/>
          <a:chOff x="0" y="0"/>
          <a:chExt cx="0" cy="0"/>
        </a:xfrm>
      </p:grpSpPr>
      <p:sp>
        <p:nvSpPr>
          <p:cNvPr id="75" name="Google Shape;7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76" name="Google Shape;76;p17"/>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77" name="Google Shape;77;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80" name="Shape 80"/>
        <p:cNvGrpSpPr/>
        <p:nvPr/>
      </p:nvGrpSpPr>
      <p:grpSpPr>
        <a:xfrm>
          <a:off x="0" y="0"/>
          <a:ext cx="0" cy="0"/>
          <a:chOff x="0" y="0"/>
          <a:chExt cx="0" cy="0"/>
        </a:xfrm>
      </p:grpSpPr>
      <p:cxnSp>
        <p:nvCxnSpPr>
          <p:cNvPr id="81" name="Google Shape;81;p1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8"/>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83" name="Google Shape;83;p18"/>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84" name="Google Shape;84;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6" name="Google Shape;86;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7" name="Google Shape;87;p1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88" name="Shape 88"/>
        <p:cNvGrpSpPr/>
        <p:nvPr/>
      </p:nvGrpSpPr>
      <p:grpSpPr>
        <a:xfrm>
          <a:off x="0" y="0"/>
          <a:ext cx="0" cy="0"/>
          <a:chOff x="0" y="0"/>
          <a:chExt cx="0" cy="0"/>
        </a:xfrm>
      </p:grpSpPr>
      <p:sp>
        <p:nvSpPr>
          <p:cNvPr id="89" name="Google Shape;89;p1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90" name="Google Shape;90;p1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1" name="Google Shape;91;p19"/>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2" name="Google Shape;92;p19"/>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3" name="Google Shape;93;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5" name="Google Shape;95;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98" name="Google Shape;98;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9" name="Google Shape;99;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3" name="Shape 103"/>
        <p:cNvGrpSpPr/>
        <p:nvPr/>
      </p:nvGrpSpPr>
      <p:grpSpPr>
        <a:xfrm>
          <a:off x="0" y="0"/>
          <a:ext cx="0" cy="0"/>
          <a:chOff x="0" y="0"/>
          <a:chExt cx="0" cy="0"/>
        </a:xfrm>
      </p:grpSpPr>
      <p:sp>
        <p:nvSpPr>
          <p:cNvPr id="104" name="Google Shape;10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6" name="Google Shape;106;p21"/>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09" name="Google Shape;109;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2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2" name="Google Shape;112;p22"/>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3" name="Google Shape;113;p22"/>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4" name="Google Shape;114;p22"/>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5" name="Google Shape;115;p22"/>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6" name="Google Shape;116;p22"/>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7" name="Google Shape;117;p22"/>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8" name="Google Shape;118;p22"/>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9" name="Google Shape;119;p22"/>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20" name="Shape 120"/>
        <p:cNvGrpSpPr/>
        <p:nvPr/>
      </p:nvGrpSpPr>
      <p:grpSpPr>
        <a:xfrm>
          <a:off x="0" y="0"/>
          <a:ext cx="0" cy="0"/>
          <a:chOff x="0" y="0"/>
          <a:chExt cx="0" cy="0"/>
        </a:xfrm>
      </p:grpSpPr>
      <p:sp>
        <p:nvSpPr>
          <p:cNvPr id="121" name="Google Shape;121;p23"/>
          <p:cNvSpPr/>
          <p:nvPr>
            <p:ph idx="2" type="pic"/>
          </p:nvPr>
        </p:nvSpPr>
        <p:spPr>
          <a:xfrm>
            <a:off x="283850" y="2178075"/>
            <a:ext cx="4227600" cy="2505600"/>
          </a:xfrm>
          <a:prstGeom prst="rect">
            <a:avLst/>
          </a:prstGeom>
          <a:noFill/>
          <a:ln>
            <a:noFill/>
          </a:ln>
        </p:spPr>
      </p:sp>
      <p:sp>
        <p:nvSpPr>
          <p:cNvPr id="122" name="Google Shape;122;p2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4" name="Google Shape;124;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5" name="Google Shape;125;p23"/>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6" name="Google Shape;126;p23"/>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7" name="Google Shape;127;p2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28" name="Shape 128"/>
        <p:cNvGrpSpPr/>
        <p:nvPr/>
      </p:nvGrpSpPr>
      <p:grpSpPr>
        <a:xfrm>
          <a:off x="0" y="0"/>
          <a:ext cx="0" cy="0"/>
          <a:chOff x="0" y="0"/>
          <a:chExt cx="0" cy="0"/>
        </a:xfrm>
      </p:grpSpPr>
      <p:sp>
        <p:nvSpPr>
          <p:cNvPr id="129" name="Google Shape;129;p24"/>
          <p:cNvSpPr/>
          <p:nvPr>
            <p:ph idx="2" type="pic"/>
          </p:nvPr>
        </p:nvSpPr>
        <p:spPr>
          <a:xfrm>
            <a:off x="4629750" y="0"/>
            <a:ext cx="4227000" cy="4683600"/>
          </a:xfrm>
          <a:prstGeom prst="roundRect">
            <a:avLst>
              <a:gd fmla="val 0" name="adj"/>
            </a:avLst>
          </a:prstGeom>
          <a:noFill/>
          <a:ln>
            <a:noFill/>
          </a:ln>
        </p:spPr>
      </p:sp>
      <p:sp>
        <p:nvSpPr>
          <p:cNvPr id="130" name="Google Shape;130;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24"/>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2" name="Google Shape;132;p24"/>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33" name="Google Shape;133;p24"/>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24"/>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35" name="Shape 135"/>
        <p:cNvGrpSpPr/>
        <p:nvPr/>
      </p:nvGrpSpPr>
      <p:grpSpPr>
        <a:xfrm>
          <a:off x="0" y="0"/>
          <a:ext cx="0" cy="0"/>
          <a:chOff x="0" y="0"/>
          <a:chExt cx="0" cy="0"/>
        </a:xfrm>
      </p:grpSpPr>
      <p:sp>
        <p:nvSpPr>
          <p:cNvPr id="136" name="Google Shape;136;p25"/>
          <p:cNvSpPr/>
          <p:nvPr>
            <p:ph idx="2" type="pic"/>
          </p:nvPr>
        </p:nvSpPr>
        <p:spPr>
          <a:xfrm>
            <a:off x="270275" y="3132475"/>
            <a:ext cx="2770500" cy="1551000"/>
          </a:xfrm>
          <a:prstGeom prst="roundRect">
            <a:avLst>
              <a:gd fmla="val 0" name="adj"/>
            </a:avLst>
          </a:prstGeom>
          <a:noFill/>
          <a:ln>
            <a:noFill/>
          </a:ln>
        </p:spPr>
      </p:sp>
      <p:sp>
        <p:nvSpPr>
          <p:cNvPr id="137" name="Google Shape;137;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9" name="Google Shape;139;p25"/>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0" name="Google Shape;140;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1" name="Google Shape;141;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2" name="Google Shape;142;p25"/>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43" name="Shape 143"/>
        <p:cNvGrpSpPr/>
        <p:nvPr/>
      </p:nvGrpSpPr>
      <p:grpSpPr>
        <a:xfrm>
          <a:off x="0" y="0"/>
          <a:ext cx="0" cy="0"/>
          <a:chOff x="0" y="0"/>
          <a:chExt cx="0" cy="0"/>
        </a:xfrm>
      </p:grpSpPr>
      <p:sp>
        <p:nvSpPr>
          <p:cNvPr id="144" name="Google Shape;144;p26"/>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5" name="Google Shape;145;p26"/>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6" name="Google Shape;146;p26"/>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7" name="Google Shape;147;p26"/>
          <p:cNvSpPr/>
          <p:nvPr>
            <p:ph idx="3" type="pic"/>
          </p:nvPr>
        </p:nvSpPr>
        <p:spPr>
          <a:xfrm>
            <a:off x="283850" y="0"/>
            <a:ext cx="4227000" cy="4683600"/>
          </a:xfrm>
          <a:prstGeom prst="roundRect">
            <a:avLst>
              <a:gd fmla="val 0" name="adj"/>
            </a:avLst>
          </a:prstGeom>
          <a:noFill/>
          <a:ln>
            <a:noFill/>
          </a:ln>
        </p:spPr>
      </p:sp>
      <p:sp>
        <p:nvSpPr>
          <p:cNvPr id="148" name="Google Shape;148;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6"/>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0" name="Google Shape;150;p26"/>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4" name="Google Shape;154;p2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2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6" name="Google Shape;156;p27"/>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57" name="Google Shape;157;p27"/>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58" name="Google Shape;158;p27"/>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59" name="Google Shape;159;p27"/>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0" name="Google Shape;160;p27"/>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1" name="Google Shape;161;p27"/>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2" name="Google Shape;162;p27"/>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3" name="Google Shape;163;p27"/>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4" name="Google Shape;164;p27"/>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65" name="Shape 165"/>
        <p:cNvGrpSpPr/>
        <p:nvPr/>
      </p:nvGrpSpPr>
      <p:grpSpPr>
        <a:xfrm>
          <a:off x="0" y="0"/>
          <a:ext cx="0" cy="0"/>
          <a:chOff x="0" y="0"/>
          <a:chExt cx="0" cy="0"/>
        </a:xfrm>
      </p:grpSpPr>
      <p:sp>
        <p:nvSpPr>
          <p:cNvPr id="166" name="Google Shape;166;p28"/>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7" name="Google Shape;167;p28"/>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8" name="Google Shape;168;p28"/>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9" name="Google Shape;169;p28"/>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70" name="Google Shape;170;p28"/>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1" name="Google Shape;171;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8"/>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73" name="Google Shape;173;p28"/>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4" name="Google Shape;174;p28"/>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5" name="Google Shape;175;p28"/>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6" name="Google Shape;176;p28"/>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77" name="Google Shape;177;p28"/>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78" name="Google Shape;178;p28"/>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79" name="Shape 179"/>
        <p:cNvGrpSpPr/>
        <p:nvPr/>
      </p:nvGrpSpPr>
      <p:grpSpPr>
        <a:xfrm>
          <a:off x="0" y="0"/>
          <a:ext cx="0" cy="0"/>
          <a:chOff x="0" y="0"/>
          <a:chExt cx="0" cy="0"/>
        </a:xfrm>
      </p:grpSpPr>
      <p:sp>
        <p:nvSpPr>
          <p:cNvPr id="180" name="Google Shape;180;p29"/>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1" name="Google Shape;181;p29"/>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2" name="Google Shape;182;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3" name="Google Shape;183;p29"/>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84" name="Google Shape;184;p29"/>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5" name="Google Shape;185;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87" name="Google Shape;187;p29"/>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8" name="Google Shape;188;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9" name="Google Shape;189;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90" name="Shape 190"/>
        <p:cNvGrpSpPr/>
        <p:nvPr/>
      </p:nvGrpSpPr>
      <p:grpSpPr>
        <a:xfrm>
          <a:off x="0" y="0"/>
          <a:ext cx="0" cy="0"/>
          <a:chOff x="0" y="0"/>
          <a:chExt cx="0" cy="0"/>
        </a:xfrm>
      </p:grpSpPr>
      <p:sp>
        <p:nvSpPr>
          <p:cNvPr id="191" name="Google Shape;191;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30"/>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3" name="Google Shape;193;p3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3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30"/>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30"/>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30"/>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98" name="Shape 198"/>
        <p:cNvGrpSpPr/>
        <p:nvPr/>
      </p:nvGrpSpPr>
      <p:grpSpPr>
        <a:xfrm>
          <a:off x="0" y="0"/>
          <a:ext cx="0" cy="0"/>
          <a:chOff x="0" y="0"/>
          <a:chExt cx="0" cy="0"/>
        </a:xfrm>
      </p:grpSpPr>
      <p:sp>
        <p:nvSpPr>
          <p:cNvPr id="199" name="Google Shape;199;p31"/>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0" name="Google Shape;200;p31"/>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1"/>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2" name="Google Shape;202;p31"/>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03" name="Google Shape;203;p31"/>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1"/>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31"/>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6" name="Google Shape;206;p31"/>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7" name="Google Shape;207;p31"/>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8" name="Google Shape;208;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09" name="Shape 209"/>
        <p:cNvGrpSpPr/>
        <p:nvPr/>
      </p:nvGrpSpPr>
      <p:grpSpPr>
        <a:xfrm>
          <a:off x="0" y="0"/>
          <a:ext cx="0" cy="0"/>
          <a:chOff x="0" y="0"/>
          <a:chExt cx="0" cy="0"/>
        </a:xfrm>
      </p:grpSpPr>
      <p:sp>
        <p:nvSpPr>
          <p:cNvPr id="210" name="Google Shape;210;p32"/>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1" name="Google Shape;211;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32"/>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13" name="Google Shape;213;p32"/>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4" name="Google Shape;214;p3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3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6" name="Google Shape;216;p32"/>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7" name="Google Shape;217;p32"/>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8" name="Google Shape;218;p32"/>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9" name="Google Shape;219;p32"/>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0" name="Google Shape;220;p32"/>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21" name="Shape 221"/>
        <p:cNvGrpSpPr/>
        <p:nvPr/>
      </p:nvGrpSpPr>
      <p:grpSpPr>
        <a:xfrm>
          <a:off x="0" y="0"/>
          <a:ext cx="0" cy="0"/>
          <a:chOff x="0" y="0"/>
          <a:chExt cx="0" cy="0"/>
        </a:xfrm>
      </p:grpSpPr>
      <p:sp>
        <p:nvSpPr>
          <p:cNvPr id="222" name="Google Shape;222;p33"/>
          <p:cNvSpPr/>
          <p:nvPr>
            <p:ph idx="2" type="pic"/>
          </p:nvPr>
        </p:nvSpPr>
        <p:spPr>
          <a:xfrm>
            <a:off x="4629750" y="286075"/>
            <a:ext cx="1257900" cy="1261500"/>
          </a:xfrm>
          <a:prstGeom prst="rect">
            <a:avLst/>
          </a:prstGeom>
          <a:noFill/>
          <a:ln>
            <a:noFill/>
          </a:ln>
        </p:spPr>
      </p:sp>
      <p:sp>
        <p:nvSpPr>
          <p:cNvPr id="223" name="Google Shape;223;p33"/>
          <p:cNvSpPr/>
          <p:nvPr>
            <p:ph idx="3" type="pic"/>
          </p:nvPr>
        </p:nvSpPr>
        <p:spPr>
          <a:xfrm>
            <a:off x="6111800" y="286075"/>
            <a:ext cx="1257900" cy="1261500"/>
          </a:xfrm>
          <a:prstGeom prst="rect">
            <a:avLst/>
          </a:prstGeom>
          <a:noFill/>
          <a:ln>
            <a:noFill/>
          </a:ln>
        </p:spPr>
      </p:sp>
      <p:sp>
        <p:nvSpPr>
          <p:cNvPr id="224" name="Google Shape;224;p33"/>
          <p:cNvSpPr/>
          <p:nvPr>
            <p:ph idx="4" type="pic"/>
          </p:nvPr>
        </p:nvSpPr>
        <p:spPr>
          <a:xfrm>
            <a:off x="7593850" y="286075"/>
            <a:ext cx="1257900" cy="1261500"/>
          </a:xfrm>
          <a:prstGeom prst="rect">
            <a:avLst/>
          </a:prstGeom>
          <a:noFill/>
          <a:ln>
            <a:noFill/>
          </a:ln>
        </p:spPr>
      </p:sp>
      <p:sp>
        <p:nvSpPr>
          <p:cNvPr id="225" name="Google Shape;225;p33"/>
          <p:cNvSpPr/>
          <p:nvPr>
            <p:ph idx="5" type="pic"/>
          </p:nvPr>
        </p:nvSpPr>
        <p:spPr>
          <a:xfrm>
            <a:off x="4629750" y="2634475"/>
            <a:ext cx="1257900" cy="1261500"/>
          </a:xfrm>
          <a:prstGeom prst="rect">
            <a:avLst/>
          </a:prstGeom>
          <a:noFill/>
          <a:ln>
            <a:noFill/>
          </a:ln>
        </p:spPr>
      </p:sp>
      <p:sp>
        <p:nvSpPr>
          <p:cNvPr id="226" name="Google Shape;226;p33"/>
          <p:cNvSpPr/>
          <p:nvPr>
            <p:ph idx="6" type="pic"/>
          </p:nvPr>
        </p:nvSpPr>
        <p:spPr>
          <a:xfrm>
            <a:off x="6111800" y="2634475"/>
            <a:ext cx="1257900" cy="1261500"/>
          </a:xfrm>
          <a:prstGeom prst="rect">
            <a:avLst/>
          </a:prstGeom>
          <a:noFill/>
          <a:ln>
            <a:noFill/>
          </a:ln>
        </p:spPr>
      </p:sp>
      <p:sp>
        <p:nvSpPr>
          <p:cNvPr id="227" name="Google Shape;227;p33"/>
          <p:cNvSpPr/>
          <p:nvPr>
            <p:ph idx="7" type="pic"/>
          </p:nvPr>
        </p:nvSpPr>
        <p:spPr>
          <a:xfrm>
            <a:off x="7593850" y="2634475"/>
            <a:ext cx="1257900" cy="1261500"/>
          </a:xfrm>
          <a:prstGeom prst="rect">
            <a:avLst/>
          </a:prstGeom>
          <a:noFill/>
          <a:ln>
            <a:noFill/>
          </a:ln>
        </p:spPr>
      </p:sp>
      <p:sp>
        <p:nvSpPr>
          <p:cNvPr id="228" name="Google Shape;228;p3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3"/>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1" name="Google Shape;231;p33"/>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2" name="Google Shape;232;p33"/>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33" name="Google Shape;233;p33"/>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4" name="Google Shape;234;p33"/>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5" name="Google Shape;235;p33"/>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6" name="Google Shape;236;p33"/>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7" name="Google Shape;237;p33"/>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8" name="Google Shape;238;p33"/>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39" name="Shape 239"/>
        <p:cNvGrpSpPr/>
        <p:nvPr/>
      </p:nvGrpSpPr>
      <p:grpSpPr>
        <a:xfrm>
          <a:off x="0" y="0"/>
          <a:ext cx="0" cy="0"/>
          <a:chOff x="0" y="0"/>
          <a:chExt cx="0" cy="0"/>
        </a:xfrm>
      </p:grpSpPr>
      <p:sp>
        <p:nvSpPr>
          <p:cNvPr id="240" name="Google Shape;240;p34"/>
          <p:cNvSpPr/>
          <p:nvPr>
            <p:ph idx="2" type="pic"/>
          </p:nvPr>
        </p:nvSpPr>
        <p:spPr>
          <a:xfrm>
            <a:off x="2456700" y="373175"/>
            <a:ext cx="1515000" cy="1616700"/>
          </a:xfrm>
          <a:prstGeom prst="rect">
            <a:avLst/>
          </a:prstGeom>
          <a:noFill/>
          <a:ln>
            <a:noFill/>
          </a:ln>
        </p:spPr>
      </p:sp>
      <p:sp>
        <p:nvSpPr>
          <p:cNvPr id="241" name="Google Shape;241;p34"/>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2" name="Google Shape;242;p34"/>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3" name="Google Shape;243;p34"/>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4" name="Google Shape;244;p34"/>
          <p:cNvSpPr/>
          <p:nvPr>
            <p:ph idx="4" type="pic"/>
          </p:nvPr>
        </p:nvSpPr>
        <p:spPr>
          <a:xfrm>
            <a:off x="4084738" y="373175"/>
            <a:ext cx="1515000" cy="1616700"/>
          </a:xfrm>
          <a:prstGeom prst="rect">
            <a:avLst/>
          </a:prstGeom>
          <a:noFill/>
          <a:ln>
            <a:noFill/>
          </a:ln>
        </p:spPr>
      </p:sp>
      <p:sp>
        <p:nvSpPr>
          <p:cNvPr id="245" name="Google Shape;245;p34"/>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6" name="Google Shape;246;p34"/>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7" name="Google Shape;247;p34"/>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8" name="Google Shape;248;p34"/>
          <p:cNvSpPr/>
          <p:nvPr>
            <p:ph idx="8" type="pic"/>
          </p:nvPr>
        </p:nvSpPr>
        <p:spPr>
          <a:xfrm>
            <a:off x="5713225" y="373175"/>
            <a:ext cx="1515000" cy="1616700"/>
          </a:xfrm>
          <a:prstGeom prst="rect">
            <a:avLst/>
          </a:prstGeom>
          <a:noFill/>
          <a:ln>
            <a:noFill/>
          </a:ln>
        </p:spPr>
      </p:sp>
      <p:sp>
        <p:nvSpPr>
          <p:cNvPr id="249" name="Google Shape;249;p34"/>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0" name="Google Shape;250;p34"/>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1" name="Google Shape;251;p34"/>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2" name="Google Shape;252;p34"/>
          <p:cNvSpPr/>
          <p:nvPr>
            <p:ph idx="15" type="pic"/>
          </p:nvPr>
        </p:nvSpPr>
        <p:spPr>
          <a:xfrm>
            <a:off x="7341950" y="373175"/>
            <a:ext cx="1515000" cy="1616700"/>
          </a:xfrm>
          <a:prstGeom prst="rect">
            <a:avLst/>
          </a:prstGeom>
          <a:noFill/>
          <a:ln>
            <a:noFill/>
          </a:ln>
        </p:spPr>
      </p:sp>
      <p:sp>
        <p:nvSpPr>
          <p:cNvPr id="253" name="Google Shape;253;p34"/>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4" name="Google Shape;254;p34"/>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5" name="Google Shape;255;p34"/>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6" name="Google Shape;256;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34"/>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34"/>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60" name="Shape 260"/>
        <p:cNvGrpSpPr/>
        <p:nvPr/>
      </p:nvGrpSpPr>
      <p:grpSpPr>
        <a:xfrm>
          <a:off x="0" y="0"/>
          <a:ext cx="0" cy="0"/>
          <a:chOff x="0" y="0"/>
          <a:chExt cx="0" cy="0"/>
        </a:xfrm>
      </p:grpSpPr>
      <p:sp>
        <p:nvSpPr>
          <p:cNvPr id="261" name="Google Shape;261;p35"/>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2" name="Google Shape;262;p35"/>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3" name="Google Shape;263;p35"/>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4" name="Google Shape;264;p35"/>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5" name="Google Shape;265;p35"/>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6" name="Google Shape;266;p35"/>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7" name="Google Shape;267;p35"/>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8" name="Google Shape;268;p35"/>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9" name="Google Shape;269;p35"/>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0" name="Google Shape;270;p35"/>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1" name="Google Shape;271;p35"/>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2" name="Google Shape;272;p35"/>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3" name="Google Shape;273;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35"/>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75" name="Google Shape;275;p35"/>
          <p:cNvSpPr/>
          <p:nvPr>
            <p:ph idx="16" type="pic"/>
          </p:nvPr>
        </p:nvSpPr>
        <p:spPr>
          <a:xfrm>
            <a:off x="290325" y="1862825"/>
            <a:ext cx="663000" cy="1271100"/>
          </a:xfrm>
          <a:prstGeom prst="rect">
            <a:avLst/>
          </a:prstGeom>
          <a:noFill/>
          <a:ln>
            <a:noFill/>
          </a:ln>
        </p:spPr>
      </p:sp>
      <p:sp>
        <p:nvSpPr>
          <p:cNvPr id="276" name="Google Shape;276;p35"/>
          <p:cNvSpPr/>
          <p:nvPr>
            <p:ph idx="17" type="pic"/>
          </p:nvPr>
        </p:nvSpPr>
        <p:spPr>
          <a:xfrm>
            <a:off x="290325" y="3407525"/>
            <a:ext cx="663000" cy="1271100"/>
          </a:xfrm>
          <a:prstGeom prst="rect">
            <a:avLst/>
          </a:prstGeom>
          <a:noFill/>
          <a:ln>
            <a:noFill/>
          </a:ln>
        </p:spPr>
      </p:sp>
      <p:sp>
        <p:nvSpPr>
          <p:cNvPr id="277" name="Google Shape;277;p35"/>
          <p:cNvSpPr/>
          <p:nvPr>
            <p:ph idx="18" type="pic"/>
          </p:nvPr>
        </p:nvSpPr>
        <p:spPr>
          <a:xfrm>
            <a:off x="3191325" y="1862825"/>
            <a:ext cx="663000" cy="1271100"/>
          </a:xfrm>
          <a:prstGeom prst="rect">
            <a:avLst/>
          </a:prstGeom>
          <a:noFill/>
          <a:ln>
            <a:noFill/>
          </a:ln>
        </p:spPr>
      </p:sp>
      <p:sp>
        <p:nvSpPr>
          <p:cNvPr id="278" name="Google Shape;278;p35"/>
          <p:cNvSpPr/>
          <p:nvPr>
            <p:ph idx="19" type="pic"/>
          </p:nvPr>
        </p:nvSpPr>
        <p:spPr>
          <a:xfrm>
            <a:off x="3191325" y="3407525"/>
            <a:ext cx="663000" cy="1271100"/>
          </a:xfrm>
          <a:prstGeom prst="rect">
            <a:avLst/>
          </a:prstGeom>
          <a:noFill/>
          <a:ln>
            <a:noFill/>
          </a:ln>
        </p:spPr>
      </p:sp>
      <p:sp>
        <p:nvSpPr>
          <p:cNvPr id="279" name="Google Shape;279;p35"/>
          <p:cNvSpPr/>
          <p:nvPr>
            <p:ph idx="20" type="pic"/>
          </p:nvPr>
        </p:nvSpPr>
        <p:spPr>
          <a:xfrm>
            <a:off x="6092325" y="1862825"/>
            <a:ext cx="663000" cy="1271100"/>
          </a:xfrm>
          <a:prstGeom prst="rect">
            <a:avLst/>
          </a:prstGeom>
          <a:noFill/>
          <a:ln>
            <a:noFill/>
          </a:ln>
        </p:spPr>
      </p:sp>
      <p:sp>
        <p:nvSpPr>
          <p:cNvPr id="280" name="Google Shape;280;p35"/>
          <p:cNvSpPr/>
          <p:nvPr>
            <p:ph idx="21" type="pic"/>
          </p:nvPr>
        </p:nvSpPr>
        <p:spPr>
          <a:xfrm>
            <a:off x="6092325" y="3407525"/>
            <a:ext cx="663000" cy="1271100"/>
          </a:xfrm>
          <a:prstGeom prst="rect">
            <a:avLst/>
          </a:prstGeom>
          <a:noFill/>
          <a:ln>
            <a:noFill/>
          </a:ln>
        </p:spPr>
      </p:sp>
      <p:sp>
        <p:nvSpPr>
          <p:cNvPr id="281" name="Google Shape;281;p35"/>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83" name="Shape 283"/>
        <p:cNvGrpSpPr/>
        <p:nvPr/>
      </p:nvGrpSpPr>
      <p:grpSpPr>
        <a:xfrm>
          <a:off x="0" y="0"/>
          <a:ext cx="0" cy="0"/>
          <a:chOff x="0" y="0"/>
          <a:chExt cx="0" cy="0"/>
        </a:xfrm>
      </p:grpSpPr>
      <p:sp>
        <p:nvSpPr>
          <p:cNvPr id="284" name="Google Shape;284;p36"/>
          <p:cNvSpPr/>
          <p:nvPr>
            <p:ph idx="2" type="pic"/>
          </p:nvPr>
        </p:nvSpPr>
        <p:spPr>
          <a:xfrm>
            <a:off x="3186000" y="3242875"/>
            <a:ext cx="2798100" cy="1440600"/>
          </a:xfrm>
          <a:prstGeom prst="rect">
            <a:avLst/>
          </a:prstGeom>
          <a:noFill/>
          <a:ln>
            <a:noFill/>
          </a:ln>
        </p:spPr>
      </p:sp>
      <p:sp>
        <p:nvSpPr>
          <p:cNvPr id="285" name="Google Shape;285;p36"/>
          <p:cNvSpPr/>
          <p:nvPr>
            <p:ph idx="3" type="pic"/>
          </p:nvPr>
        </p:nvSpPr>
        <p:spPr>
          <a:xfrm>
            <a:off x="5984100" y="3242875"/>
            <a:ext cx="1440600" cy="1440600"/>
          </a:xfrm>
          <a:prstGeom prst="rect">
            <a:avLst/>
          </a:prstGeom>
          <a:noFill/>
          <a:ln>
            <a:noFill/>
          </a:ln>
        </p:spPr>
      </p:sp>
      <p:sp>
        <p:nvSpPr>
          <p:cNvPr id="286" name="Google Shape;286;p36"/>
          <p:cNvSpPr/>
          <p:nvPr>
            <p:ph idx="4" type="pic"/>
          </p:nvPr>
        </p:nvSpPr>
        <p:spPr>
          <a:xfrm>
            <a:off x="7412150" y="1440350"/>
            <a:ext cx="1441500" cy="3243000"/>
          </a:xfrm>
          <a:prstGeom prst="rect">
            <a:avLst/>
          </a:prstGeom>
          <a:noFill/>
          <a:ln>
            <a:noFill/>
          </a:ln>
        </p:spPr>
      </p:sp>
      <p:sp>
        <p:nvSpPr>
          <p:cNvPr id="287" name="Google Shape;287;p36"/>
          <p:cNvSpPr/>
          <p:nvPr>
            <p:ph idx="5" type="pic"/>
          </p:nvPr>
        </p:nvSpPr>
        <p:spPr>
          <a:xfrm>
            <a:off x="7412150" y="0"/>
            <a:ext cx="1441500" cy="1440600"/>
          </a:xfrm>
          <a:prstGeom prst="rect">
            <a:avLst/>
          </a:prstGeom>
          <a:noFill/>
          <a:ln>
            <a:noFill/>
          </a:ln>
        </p:spPr>
      </p:sp>
      <p:sp>
        <p:nvSpPr>
          <p:cNvPr id="288" name="Google Shape;288;p36"/>
          <p:cNvSpPr/>
          <p:nvPr>
            <p:ph idx="6" type="pic"/>
          </p:nvPr>
        </p:nvSpPr>
        <p:spPr>
          <a:xfrm>
            <a:off x="3184850" y="0"/>
            <a:ext cx="4227300" cy="3243000"/>
          </a:xfrm>
          <a:prstGeom prst="rect">
            <a:avLst/>
          </a:prstGeom>
          <a:noFill/>
          <a:ln>
            <a:noFill/>
          </a:ln>
        </p:spPr>
      </p:sp>
      <p:sp>
        <p:nvSpPr>
          <p:cNvPr id="289" name="Google Shape;289;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0" name="Google Shape;290;p36"/>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6"/>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2" name="Google Shape;292;p3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3" name="Google Shape;293;p36"/>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94" name="Google Shape;294;p36"/>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95" name="Shape 295"/>
        <p:cNvGrpSpPr/>
        <p:nvPr/>
      </p:nvGrpSpPr>
      <p:grpSpPr>
        <a:xfrm>
          <a:off x="0" y="0"/>
          <a:ext cx="0" cy="0"/>
          <a:chOff x="0" y="0"/>
          <a:chExt cx="0" cy="0"/>
        </a:xfrm>
      </p:grpSpPr>
      <p:sp>
        <p:nvSpPr>
          <p:cNvPr id="296" name="Google Shape;296;p37"/>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97" name="Google Shape;297;p3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98" name="Google Shape;298;p3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 name="Google Shape;300;p3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37"/>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2" name="Shape 302"/>
        <p:cNvGrpSpPr/>
        <p:nvPr/>
      </p:nvGrpSpPr>
      <p:grpSpPr>
        <a:xfrm>
          <a:off x="0" y="0"/>
          <a:ext cx="0" cy="0"/>
          <a:chOff x="0" y="0"/>
          <a:chExt cx="0" cy="0"/>
        </a:xfrm>
      </p:grpSpPr>
      <p:sp>
        <p:nvSpPr>
          <p:cNvPr id="303" name="Google Shape;303;p3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04" name="Google Shape;30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10" name="Shape 310"/>
        <p:cNvGrpSpPr/>
        <p:nvPr/>
      </p:nvGrpSpPr>
      <p:grpSpPr>
        <a:xfrm>
          <a:off x="0" y="0"/>
          <a:ext cx="0" cy="0"/>
          <a:chOff x="0" y="0"/>
          <a:chExt cx="0" cy="0"/>
        </a:xfrm>
      </p:grpSpPr>
      <p:sp>
        <p:nvSpPr>
          <p:cNvPr id="311" name="Google Shape;311;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3" name="Google Shape;313;p41"/>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4" name="Shape 314"/>
        <p:cNvGrpSpPr/>
        <p:nvPr/>
      </p:nvGrpSpPr>
      <p:grpSpPr>
        <a:xfrm>
          <a:off x="0" y="0"/>
          <a:ext cx="0" cy="0"/>
          <a:chOff x="0" y="0"/>
          <a:chExt cx="0" cy="0"/>
        </a:xfrm>
      </p:grpSpPr>
      <p:sp>
        <p:nvSpPr>
          <p:cNvPr id="315" name="Google Shape;315;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16" name="Shape 316"/>
        <p:cNvGrpSpPr/>
        <p:nvPr/>
      </p:nvGrpSpPr>
      <p:grpSpPr>
        <a:xfrm>
          <a:off x="0" y="0"/>
          <a:ext cx="0" cy="0"/>
          <a:chOff x="0" y="0"/>
          <a:chExt cx="0" cy="0"/>
        </a:xfrm>
      </p:grpSpPr>
      <p:sp>
        <p:nvSpPr>
          <p:cNvPr id="317" name="Google Shape;317;p4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9" name="Shape 319"/>
        <p:cNvGrpSpPr/>
        <p:nvPr/>
      </p:nvGrpSpPr>
      <p:grpSpPr>
        <a:xfrm>
          <a:off x="0" y="0"/>
          <a:ext cx="0" cy="0"/>
          <a:chOff x="0" y="0"/>
          <a:chExt cx="0" cy="0"/>
        </a:xfrm>
      </p:grpSpPr>
      <p:sp>
        <p:nvSpPr>
          <p:cNvPr id="320" name="Google Shape;320;p4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1" name="Shape 321"/>
        <p:cNvGrpSpPr/>
        <p:nvPr/>
      </p:nvGrpSpPr>
      <p:grpSpPr>
        <a:xfrm>
          <a:off x="0" y="0"/>
          <a:ext cx="0" cy="0"/>
          <a:chOff x="0" y="0"/>
          <a:chExt cx="0" cy="0"/>
        </a:xfrm>
      </p:grpSpPr>
      <p:sp>
        <p:nvSpPr>
          <p:cNvPr id="322" name="Google Shape;322;p4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25" name="Shape 325"/>
        <p:cNvGrpSpPr/>
        <p:nvPr/>
      </p:nvGrpSpPr>
      <p:grpSpPr>
        <a:xfrm>
          <a:off x="0" y="0"/>
          <a:ext cx="0" cy="0"/>
          <a:chOff x="0" y="0"/>
          <a:chExt cx="0" cy="0"/>
        </a:xfrm>
      </p:grpSpPr>
      <p:sp>
        <p:nvSpPr>
          <p:cNvPr id="326" name="Google Shape;326;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27" name="Shape 327"/>
        <p:cNvGrpSpPr/>
        <p:nvPr/>
      </p:nvGrpSpPr>
      <p:grpSpPr>
        <a:xfrm>
          <a:off x="0" y="0"/>
          <a:ext cx="0" cy="0"/>
          <a:chOff x="0" y="0"/>
          <a:chExt cx="0" cy="0"/>
        </a:xfrm>
      </p:grpSpPr>
      <p:sp>
        <p:nvSpPr>
          <p:cNvPr id="328" name="Google Shape;328;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9" name="Google Shape;32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1" name="Shape 331"/>
        <p:cNvGrpSpPr/>
        <p:nvPr/>
      </p:nvGrpSpPr>
      <p:grpSpPr>
        <a:xfrm>
          <a:off x="0" y="0"/>
          <a:ext cx="0" cy="0"/>
          <a:chOff x="0" y="0"/>
          <a:chExt cx="0" cy="0"/>
        </a:xfrm>
      </p:grpSpPr>
      <p:sp>
        <p:nvSpPr>
          <p:cNvPr id="332" name="Google Shape;332;p4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6" name="Google Shape;336;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8" name="Google Shape;338;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50"/>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43" name="Shape 343"/>
        <p:cNvGrpSpPr/>
        <p:nvPr/>
      </p:nvGrpSpPr>
      <p:grpSpPr>
        <a:xfrm>
          <a:off x="0" y="0"/>
          <a:ext cx="0" cy="0"/>
          <a:chOff x="0" y="0"/>
          <a:chExt cx="0" cy="0"/>
        </a:xfrm>
      </p:grpSpPr>
      <p:sp>
        <p:nvSpPr>
          <p:cNvPr id="344" name="Google Shape;344;p5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5" name="Google Shape;345;p51"/>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9" name="Shape 349"/>
        <p:cNvGrpSpPr/>
        <p:nvPr/>
      </p:nvGrpSpPr>
      <p:grpSpPr>
        <a:xfrm>
          <a:off x="0" y="0"/>
          <a:ext cx="0" cy="0"/>
          <a:chOff x="0" y="0"/>
          <a:chExt cx="0" cy="0"/>
        </a:xfrm>
      </p:grpSpPr>
      <p:sp>
        <p:nvSpPr>
          <p:cNvPr id="350" name="Google Shape;350;p52"/>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3" name="Google Shape;353;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2"/>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57" name="Shape 357"/>
        <p:cNvGrpSpPr/>
        <p:nvPr/>
      </p:nvGrpSpPr>
      <p:grpSpPr>
        <a:xfrm>
          <a:off x="0" y="0"/>
          <a:ext cx="0" cy="0"/>
          <a:chOff x="0" y="0"/>
          <a:chExt cx="0" cy="0"/>
        </a:xfrm>
      </p:grpSpPr>
      <p:sp>
        <p:nvSpPr>
          <p:cNvPr id="358" name="Google Shape;358;p53"/>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0" name="Google Shape;360;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5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3" name="Google Shape;363;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67" name="Shape 367"/>
        <p:cNvGrpSpPr/>
        <p:nvPr/>
      </p:nvGrpSpPr>
      <p:grpSpPr>
        <a:xfrm>
          <a:off x="0" y="0"/>
          <a:ext cx="0" cy="0"/>
          <a:chOff x="0" y="0"/>
          <a:chExt cx="0" cy="0"/>
        </a:xfrm>
      </p:grpSpPr>
      <p:sp>
        <p:nvSpPr>
          <p:cNvPr id="368" name="Google Shape;368;p5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70" name="Shape 370"/>
        <p:cNvGrpSpPr/>
        <p:nvPr/>
      </p:nvGrpSpPr>
      <p:grpSpPr>
        <a:xfrm>
          <a:off x="0" y="0"/>
          <a:ext cx="0" cy="0"/>
          <a:chOff x="0" y="0"/>
          <a:chExt cx="0" cy="0"/>
        </a:xfrm>
      </p:grpSpPr>
      <p:sp>
        <p:nvSpPr>
          <p:cNvPr id="371" name="Google Shape;371;p55"/>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5"/>
          <p:cNvSpPr/>
          <p:nvPr>
            <p:ph idx="2" type="pic"/>
          </p:nvPr>
        </p:nvSpPr>
        <p:spPr>
          <a:xfrm>
            <a:off x="4804825" y="1133300"/>
            <a:ext cx="4027500" cy="2392800"/>
          </a:xfrm>
          <a:prstGeom prst="rect">
            <a:avLst/>
          </a:prstGeom>
          <a:noFill/>
          <a:ln>
            <a:noFill/>
          </a:ln>
        </p:spPr>
      </p:sp>
      <p:sp>
        <p:nvSpPr>
          <p:cNvPr id="373" name="Google Shape;373;p55"/>
          <p:cNvSpPr/>
          <p:nvPr>
            <p:ph idx="3" type="pic"/>
          </p:nvPr>
        </p:nvSpPr>
        <p:spPr>
          <a:xfrm>
            <a:off x="311725" y="1133300"/>
            <a:ext cx="4027500" cy="2392800"/>
          </a:xfrm>
          <a:prstGeom prst="rect">
            <a:avLst/>
          </a:prstGeom>
          <a:noFill/>
          <a:ln>
            <a:noFill/>
          </a:ln>
        </p:spPr>
      </p:sp>
      <p:sp>
        <p:nvSpPr>
          <p:cNvPr id="374" name="Google Shape;374;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78" name="Shape 378"/>
        <p:cNvGrpSpPr/>
        <p:nvPr/>
      </p:nvGrpSpPr>
      <p:grpSpPr>
        <a:xfrm>
          <a:off x="0" y="0"/>
          <a:ext cx="0" cy="0"/>
          <a:chOff x="0" y="0"/>
          <a:chExt cx="0" cy="0"/>
        </a:xfrm>
      </p:grpSpPr>
      <p:sp>
        <p:nvSpPr>
          <p:cNvPr id="379" name="Google Shape;379;p56"/>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56"/>
          <p:cNvSpPr/>
          <p:nvPr>
            <p:ph idx="2" type="pic"/>
          </p:nvPr>
        </p:nvSpPr>
        <p:spPr>
          <a:xfrm>
            <a:off x="6205225" y="1128325"/>
            <a:ext cx="2627100" cy="2273100"/>
          </a:xfrm>
          <a:prstGeom prst="rect">
            <a:avLst/>
          </a:prstGeom>
          <a:noFill/>
          <a:ln>
            <a:noFill/>
          </a:ln>
        </p:spPr>
      </p:sp>
      <p:sp>
        <p:nvSpPr>
          <p:cNvPr id="381" name="Google Shape;381;p56"/>
          <p:cNvSpPr/>
          <p:nvPr>
            <p:ph idx="3" type="pic"/>
          </p:nvPr>
        </p:nvSpPr>
        <p:spPr>
          <a:xfrm>
            <a:off x="311725" y="1128325"/>
            <a:ext cx="2627100" cy="2273100"/>
          </a:xfrm>
          <a:prstGeom prst="rect">
            <a:avLst/>
          </a:prstGeom>
          <a:noFill/>
          <a:ln>
            <a:noFill/>
          </a:ln>
        </p:spPr>
      </p:sp>
      <p:sp>
        <p:nvSpPr>
          <p:cNvPr id="382" name="Google Shape;382;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56"/>
          <p:cNvSpPr/>
          <p:nvPr>
            <p:ph idx="5" type="pic"/>
          </p:nvPr>
        </p:nvSpPr>
        <p:spPr>
          <a:xfrm>
            <a:off x="3255250" y="1128325"/>
            <a:ext cx="2627100" cy="2273100"/>
          </a:xfrm>
          <a:prstGeom prst="rect">
            <a:avLst/>
          </a:prstGeom>
          <a:noFill/>
          <a:ln>
            <a:noFill/>
          </a:ln>
        </p:spPr>
      </p:sp>
      <p:sp>
        <p:nvSpPr>
          <p:cNvPr id="384" name="Google Shape;384;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7" name="Google Shape;38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8" name="Google Shape;38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9" name="Shape 389"/>
        <p:cNvGrpSpPr/>
        <p:nvPr/>
      </p:nvGrpSpPr>
      <p:grpSpPr>
        <a:xfrm>
          <a:off x="0" y="0"/>
          <a:ext cx="0" cy="0"/>
          <a:chOff x="0" y="0"/>
          <a:chExt cx="0" cy="0"/>
        </a:xfrm>
      </p:grpSpPr>
      <p:sp>
        <p:nvSpPr>
          <p:cNvPr id="390" name="Google Shape;39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91" name="Shape 391"/>
        <p:cNvGrpSpPr/>
        <p:nvPr/>
      </p:nvGrpSpPr>
      <p:grpSpPr>
        <a:xfrm>
          <a:off x="0" y="0"/>
          <a:ext cx="0" cy="0"/>
          <a:chOff x="0" y="0"/>
          <a:chExt cx="0" cy="0"/>
        </a:xfrm>
      </p:grpSpPr>
      <p:sp>
        <p:nvSpPr>
          <p:cNvPr id="392" name="Google Shape;392;p58"/>
          <p:cNvSpPr/>
          <p:nvPr>
            <p:ph idx="2" type="pic"/>
          </p:nvPr>
        </p:nvSpPr>
        <p:spPr>
          <a:xfrm>
            <a:off x="3389600" y="118913"/>
            <a:ext cx="1643700" cy="1535100"/>
          </a:xfrm>
          <a:prstGeom prst="rect">
            <a:avLst/>
          </a:prstGeom>
          <a:noFill/>
          <a:ln>
            <a:noFill/>
          </a:ln>
        </p:spPr>
      </p:sp>
      <p:sp>
        <p:nvSpPr>
          <p:cNvPr id="393" name="Google Shape;393;p58"/>
          <p:cNvSpPr/>
          <p:nvPr>
            <p:ph idx="3" type="pic"/>
          </p:nvPr>
        </p:nvSpPr>
        <p:spPr>
          <a:xfrm>
            <a:off x="5195935" y="118913"/>
            <a:ext cx="1643700" cy="1535100"/>
          </a:xfrm>
          <a:prstGeom prst="rect">
            <a:avLst/>
          </a:prstGeom>
          <a:noFill/>
          <a:ln>
            <a:noFill/>
          </a:ln>
        </p:spPr>
      </p:sp>
      <p:sp>
        <p:nvSpPr>
          <p:cNvPr id="394" name="Google Shape;394;p58"/>
          <p:cNvSpPr/>
          <p:nvPr>
            <p:ph idx="4" type="pic"/>
          </p:nvPr>
        </p:nvSpPr>
        <p:spPr>
          <a:xfrm>
            <a:off x="7002270" y="118913"/>
            <a:ext cx="1643700" cy="1535100"/>
          </a:xfrm>
          <a:prstGeom prst="rect">
            <a:avLst/>
          </a:prstGeom>
          <a:noFill/>
          <a:ln>
            <a:noFill/>
          </a:ln>
        </p:spPr>
      </p:sp>
      <p:sp>
        <p:nvSpPr>
          <p:cNvPr id="395" name="Google Shape;395;p58"/>
          <p:cNvSpPr/>
          <p:nvPr>
            <p:ph idx="5" type="pic"/>
          </p:nvPr>
        </p:nvSpPr>
        <p:spPr>
          <a:xfrm>
            <a:off x="3389588" y="1804212"/>
            <a:ext cx="1643700" cy="1535100"/>
          </a:xfrm>
          <a:prstGeom prst="rect">
            <a:avLst/>
          </a:prstGeom>
          <a:noFill/>
          <a:ln>
            <a:noFill/>
          </a:ln>
        </p:spPr>
      </p:sp>
      <p:sp>
        <p:nvSpPr>
          <p:cNvPr id="396" name="Google Shape;396;p58"/>
          <p:cNvSpPr/>
          <p:nvPr>
            <p:ph idx="6" type="pic"/>
          </p:nvPr>
        </p:nvSpPr>
        <p:spPr>
          <a:xfrm>
            <a:off x="5195922" y="1804212"/>
            <a:ext cx="1643700" cy="1535100"/>
          </a:xfrm>
          <a:prstGeom prst="rect">
            <a:avLst/>
          </a:prstGeom>
          <a:noFill/>
          <a:ln>
            <a:noFill/>
          </a:ln>
        </p:spPr>
      </p:sp>
      <p:sp>
        <p:nvSpPr>
          <p:cNvPr id="397" name="Google Shape;397;p58"/>
          <p:cNvSpPr/>
          <p:nvPr>
            <p:ph idx="7" type="pic"/>
          </p:nvPr>
        </p:nvSpPr>
        <p:spPr>
          <a:xfrm>
            <a:off x="7002257" y="1804212"/>
            <a:ext cx="1643700" cy="1535100"/>
          </a:xfrm>
          <a:prstGeom prst="rect">
            <a:avLst/>
          </a:prstGeom>
          <a:noFill/>
          <a:ln>
            <a:noFill/>
          </a:ln>
        </p:spPr>
      </p:sp>
      <p:sp>
        <p:nvSpPr>
          <p:cNvPr id="398" name="Google Shape;398;p58"/>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58"/>
          <p:cNvSpPr/>
          <p:nvPr>
            <p:ph idx="8" type="pic"/>
          </p:nvPr>
        </p:nvSpPr>
        <p:spPr>
          <a:xfrm>
            <a:off x="3389588" y="3489487"/>
            <a:ext cx="1643700" cy="1535100"/>
          </a:xfrm>
          <a:prstGeom prst="rect">
            <a:avLst/>
          </a:prstGeom>
          <a:noFill/>
          <a:ln>
            <a:noFill/>
          </a:ln>
        </p:spPr>
      </p:sp>
      <p:sp>
        <p:nvSpPr>
          <p:cNvPr id="400" name="Google Shape;400;p58"/>
          <p:cNvSpPr/>
          <p:nvPr>
            <p:ph idx="9" type="pic"/>
          </p:nvPr>
        </p:nvSpPr>
        <p:spPr>
          <a:xfrm>
            <a:off x="5195922" y="3489487"/>
            <a:ext cx="1643700" cy="1535100"/>
          </a:xfrm>
          <a:prstGeom prst="rect">
            <a:avLst/>
          </a:prstGeom>
          <a:noFill/>
          <a:ln>
            <a:noFill/>
          </a:ln>
        </p:spPr>
      </p:sp>
      <p:sp>
        <p:nvSpPr>
          <p:cNvPr id="401" name="Google Shape;40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5" name="Google Shape;5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6" name="Google Shape;5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7" name="Google Shape;5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github.com/CSSEGISandData/COVID-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9"/>
          <p:cNvSpPr txBox="1"/>
          <p:nvPr>
            <p:ph type="ctrTitle"/>
          </p:nvPr>
        </p:nvSpPr>
        <p:spPr>
          <a:xfrm>
            <a:off x="311700" y="961275"/>
            <a:ext cx="8520600" cy="2109600"/>
          </a:xfrm>
          <a:prstGeom prst="rect">
            <a:avLst/>
          </a:prstGeom>
          <a:solidFill>
            <a:srgbClr val="073763"/>
          </a:solidFill>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sz="4978"/>
              <a:t>COVID-19 Global Analysis</a:t>
            </a:r>
            <a:endParaRPr b="1" sz="1433"/>
          </a:p>
          <a:p>
            <a:pPr indent="0" lvl="0" marL="0" rtl="0" algn="ctr">
              <a:spcBef>
                <a:spcPts val="0"/>
              </a:spcBef>
              <a:spcAft>
                <a:spcPts val="0"/>
              </a:spcAft>
              <a:buNone/>
            </a:pPr>
            <a:r>
              <a:t/>
            </a:r>
            <a:endParaRPr b="1" sz="1656"/>
          </a:p>
          <a:p>
            <a:pPr indent="0" lvl="0" marL="0" rtl="0" algn="l">
              <a:lnSpc>
                <a:spcPct val="115000"/>
              </a:lnSpc>
              <a:spcBef>
                <a:spcPts val="1200"/>
              </a:spcBef>
              <a:spcAft>
                <a:spcPts val="0"/>
              </a:spcAft>
              <a:buClr>
                <a:schemeClr val="dk1"/>
              </a:buClr>
              <a:buSzPct val="66443"/>
              <a:buFont typeface="Arial"/>
              <a:buNone/>
            </a:pPr>
            <a:r>
              <a:rPr b="1" lang="en" sz="1656">
                <a:solidFill>
                  <a:schemeClr val="lt1"/>
                </a:solidFill>
              </a:rPr>
              <a:t>Prepared by:</a:t>
            </a:r>
            <a:r>
              <a:rPr lang="en" sz="1656">
                <a:solidFill>
                  <a:schemeClr val="lt1"/>
                </a:solidFill>
              </a:rPr>
              <a:t> Esther Mumbi</a:t>
            </a:r>
            <a:endParaRPr sz="1656">
              <a:solidFill>
                <a:schemeClr val="lt1"/>
              </a:solidFill>
            </a:endParaRPr>
          </a:p>
          <a:p>
            <a:pPr indent="0" lvl="0" marL="0" rtl="0" algn="l">
              <a:lnSpc>
                <a:spcPct val="115000"/>
              </a:lnSpc>
              <a:spcBef>
                <a:spcPts val="1200"/>
              </a:spcBef>
              <a:spcAft>
                <a:spcPts val="0"/>
              </a:spcAft>
              <a:buClr>
                <a:schemeClr val="dk1"/>
              </a:buClr>
              <a:buSzPct val="66443"/>
              <a:buFont typeface="Arial"/>
              <a:buNone/>
            </a:pPr>
            <a:r>
              <a:rPr b="1" lang="en" sz="1656">
                <a:solidFill>
                  <a:schemeClr val="lt1"/>
                </a:solidFill>
              </a:rPr>
              <a:t>Tools Used:</a:t>
            </a:r>
            <a:endParaRPr b="1" sz="1656">
              <a:solidFill>
                <a:schemeClr val="lt1"/>
              </a:solidFill>
            </a:endParaRPr>
          </a:p>
          <a:p>
            <a:pPr indent="-323215" lvl="0" marL="457200" rtl="0" algn="l">
              <a:lnSpc>
                <a:spcPct val="115000"/>
              </a:lnSpc>
              <a:spcBef>
                <a:spcPts val="1200"/>
              </a:spcBef>
              <a:spcAft>
                <a:spcPts val="0"/>
              </a:spcAft>
              <a:buClr>
                <a:schemeClr val="lt1"/>
              </a:buClr>
              <a:buSzPct val="100000"/>
              <a:buChar char="●"/>
            </a:pPr>
            <a:r>
              <a:rPr lang="en" sz="1656">
                <a:solidFill>
                  <a:schemeClr val="lt1"/>
                </a:solidFill>
              </a:rPr>
              <a:t>Power BI</a:t>
            </a:r>
            <a:endParaRPr sz="1656">
              <a:solidFill>
                <a:schemeClr val="lt1"/>
              </a:solidFill>
            </a:endParaRPr>
          </a:p>
          <a:p>
            <a:pPr indent="-323215" lvl="0" marL="457200" rtl="0" algn="l">
              <a:lnSpc>
                <a:spcPct val="115000"/>
              </a:lnSpc>
              <a:spcBef>
                <a:spcPts val="0"/>
              </a:spcBef>
              <a:spcAft>
                <a:spcPts val="0"/>
              </a:spcAft>
              <a:buClr>
                <a:schemeClr val="lt1"/>
              </a:buClr>
              <a:buSzPct val="100000"/>
              <a:buChar char="●"/>
            </a:pPr>
            <a:r>
              <a:rPr lang="en" sz="1656">
                <a:solidFill>
                  <a:schemeClr val="lt1"/>
                </a:solidFill>
              </a:rPr>
              <a:t>Power Query</a:t>
            </a:r>
            <a:endParaRPr sz="1656">
              <a:solidFill>
                <a:schemeClr val="lt1"/>
              </a:solidFill>
            </a:endParaRPr>
          </a:p>
          <a:p>
            <a:pPr indent="-323215" lvl="0" marL="457200" rtl="0" algn="l">
              <a:lnSpc>
                <a:spcPct val="115000"/>
              </a:lnSpc>
              <a:spcBef>
                <a:spcPts val="0"/>
              </a:spcBef>
              <a:spcAft>
                <a:spcPts val="0"/>
              </a:spcAft>
              <a:buClr>
                <a:schemeClr val="lt1"/>
              </a:buClr>
              <a:buSzPct val="100000"/>
              <a:buChar char="●"/>
            </a:pPr>
            <a:r>
              <a:rPr lang="en" sz="1656">
                <a:solidFill>
                  <a:schemeClr val="lt1"/>
                </a:solidFill>
              </a:rPr>
              <a:t>DAX</a:t>
            </a:r>
            <a:endParaRPr sz="1656">
              <a:solidFill>
                <a:schemeClr val="lt1"/>
              </a:solidFill>
            </a:endParaRPr>
          </a:p>
          <a:p>
            <a:pPr indent="0" lvl="0" marL="0" rtl="0" algn="ctr">
              <a:spcBef>
                <a:spcPts val="1200"/>
              </a:spcBef>
              <a:spcAft>
                <a:spcPts val="0"/>
              </a:spcAft>
              <a:buNone/>
            </a:pPr>
            <a:r>
              <a:t/>
            </a:r>
            <a:endParaRPr b="1" sz="1656"/>
          </a:p>
        </p:txBody>
      </p:sp>
      <p:sp>
        <p:nvSpPr>
          <p:cNvPr id="407" name="Google Shape;407;p59"/>
          <p:cNvSpPr txBox="1"/>
          <p:nvPr>
            <p:ph idx="1" type="subTitle"/>
          </p:nvPr>
        </p:nvSpPr>
        <p:spPr>
          <a:xfrm>
            <a:off x="311700" y="3147000"/>
            <a:ext cx="8520600" cy="1163700"/>
          </a:xfrm>
          <a:prstGeom prst="rect">
            <a:avLst/>
          </a:prstGeom>
          <a:solidFill>
            <a:srgbClr val="073763"/>
          </a:solidFill>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None/>
            </a:pPr>
            <a:r>
              <a:rPr b="1" lang="en" sz="5815">
                <a:solidFill>
                  <a:schemeClr val="lt1"/>
                </a:solidFill>
              </a:rPr>
              <a:t>Project Objective:</a:t>
            </a:r>
            <a:endParaRPr b="1" sz="5815">
              <a:solidFill>
                <a:schemeClr val="lt1"/>
              </a:solidFill>
            </a:endParaRPr>
          </a:p>
          <a:p>
            <a:pPr indent="0" lvl="0" marL="0" rtl="0" algn="l">
              <a:lnSpc>
                <a:spcPct val="115000"/>
              </a:lnSpc>
              <a:spcBef>
                <a:spcPts val="1200"/>
              </a:spcBef>
              <a:spcAft>
                <a:spcPts val="0"/>
              </a:spcAft>
              <a:buNone/>
            </a:pPr>
            <a:r>
              <a:rPr lang="en" sz="5815">
                <a:solidFill>
                  <a:schemeClr val="lt1"/>
                </a:solidFill>
              </a:rPr>
              <a:t>To analyze global COVID-19 case trends, death trends, and country-level impact using interactive Power BI dashboards. </a:t>
            </a:r>
            <a:endParaRPr sz="5815">
              <a:solidFill>
                <a:schemeClr val="lt1"/>
              </a:solidFill>
            </a:endParaRPr>
          </a:p>
          <a:p>
            <a:pPr indent="0" lvl="0" marL="0" rtl="0" algn="ctr">
              <a:spcBef>
                <a:spcPts val="1200"/>
              </a:spcBef>
              <a:spcAft>
                <a:spcPts val="0"/>
              </a:spcAft>
              <a:buClr>
                <a:schemeClr val="dk1"/>
              </a:buClr>
              <a:buSzPct val="39286"/>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0"/>
          <p:cNvSpPr txBox="1"/>
          <p:nvPr>
            <p:ph type="title"/>
          </p:nvPr>
        </p:nvSpPr>
        <p:spPr>
          <a:xfrm>
            <a:off x="225750" y="345225"/>
            <a:ext cx="4227300" cy="96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300"/>
              <a:t>Dataset overview</a:t>
            </a:r>
            <a:endParaRPr sz="4300"/>
          </a:p>
        </p:txBody>
      </p:sp>
      <p:sp>
        <p:nvSpPr>
          <p:cNvPr id="413" name="Google Shape;413;p6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0"/>
          <p:cNvSpPr txBox="1"/>
          <p:nvPr>
            <p:ph idx="1" type="body"/>
          </p:nvPr>
        </p:nvSpPr>
        <p:spPr>
          <a:xfrm>
            <a:off x="215100" y="1308225"/>
            <a:ext cx="8713800" cy="4408500"/>
          </a:xfrm>
          <a:prstGeom prst="rect">
            <a:avLst/>
          </a:prstGeom>
          <a:solidFill>
            <a:srgbClr val="073763"/>
          </a:solidFill>
        </p:spPr>
        <p:txBody>
          <a:bodyPr anchorCtr="0" anchor="t" bIns="91425" lIns="182875" spcFirstLastPara="1" rIns="182875" wrap="square" tIns="91425">
            <a:spAutoFit/>
          </a:bodyPr>
          <a:lstStyle/>
          <a:p>
            <a:pPr indent="0" lvl="0" marL="0" rtl="0" algn="l">
              <a:spcBef>
                <a:spcPts val="0"/>
              </a:spcBef>
              <a:spcAft>
                <a:spcPts val="0"/>
              </a:spcAft>
              <a:buNone/>
            </a:pPr>
            <a:r>
              <a:rPr b="1" lang="en" sz="2000">
                <a:solidFill>
                  <a:schemeClr val="dk1"/>
                </a:solidFill>
                <a:latin typeface="Arial"/>
                <a:ea typeface="Arial"/>
                <a:cs typeface="Arial"/>
                <a:sym typeface="Arial"/>
              </a:rPr>
              <a:t>Dataset Source</a:t>
            </a:r>
            <a:endParaRPr b="1" sz="2000">
              <a:solidFill>
                <a:schemeClr val="dk1"/>
              </a:solidFill>
              <a:latin typeface="Arial"/>
              <a:ea typeface="Arial"/>
              <a:cs typeface="Arial"/>
              <a:sym typeface="Arial"/>
            </a:endParaRPr>
          </a:p>
          <a:p>
            <a:pPr indent="0" lvl="0" marL="0" rtl="0" algn="l">
              <a:spcBef>
                <a:spcPts val="0"/>
              </a:spcBef>
              <a:spcAft>
                <a:spcPts val="0"/>
              </a:spcAft>
              <a:buNone/>
            </a:pPr>
            <a:r>
              <a:rPr lang="en" sz="1500" u="sng">
                <a:solidFill>
                  <a:schemeClr val="accent1"/>
                </a:solidFill>
                <a:latin typeface="Arial"/>
                <a:ea typeface="Arial"/>
                <a:cs typeface="Arial"/>
                <a:sym typeface="Arial"/>
                <a:hlinkClick r:id="rId3">
                  <a:extLst>
                    <a:ext uri="{A12FA001-AC4F-418D-AE19-62706E023703}">
                      <ahyp:hlinkClr val="tx"/>
                    </a:ext>
                  </a:extLst>
                </a:hlinkClick>
              </a:rPr>
              <a:t>https://github.com/CSSEGISandData/COVID-19</a:t>
            </a:r>
            <a:endParaRPr sz="1500">
              <a:solidFill>
                <a:schemeClr val="accent1"/>
              </a:solidFill>
              <a:latin typeface="Arial"/>
              <a:ea typeface="Arial"/>
              <a:cs typeface="Arial"/>
              <a:sym typeface="Arial"/>
            </a:endParaRPr>
          </a:p>
          <a:p>
            <a:pPr indent="0" lvl="0" marL="0" rtl="0" algn="l">
              <a:spcBef>
                <a:spcPts val="0"/>
              </a:spcBef>
              <a:spcAft>
                <a:spcPts val="0"/>
              </a:spcAft>
              <a:buNone/>
            </a:pPr>
            <a:r>
              <a:t/>
            </a:r>
            <a:endParaRPr sz="1100">
              <a:solidFill>
                <a:schemeClr val="dk1"/>
              </a:solidFill>
              <a:latin typeface="Arial"/>
              <a:ea typeface="Arial"/>
              <a:cs typeface="Arial"/>
              <a:sym typeface="Arial"/>
            </a:endParaRPr>
          </a:p>
          <a:p>
            <a:pPr indent="0" lvl="0" marL="0" rtl="0" algn="l">
              <a:spcBef>
                <a:spcPts val="0"/>
              </a:spcBef>
              <a:spcAft>
                <a:spcPts val="0"/>
              </a:spcAft>
              <a:buNone/>
            </a:pPr>
            <a:r>
              <a:t/>
            </a:r>
            <a:endParaRPr sz="1100">
              <a:solidFill>
                <a:schemeClr val="dk1"/>
              </a:solidFill>
              <a:latin typeface="Arial"/>
              <a:ea typeface="Arial"/>
              <a:cs typeface="Arial"/>
              <a:sym typeface="Arial"/>
            </a:endParaRPr>
          </a:p>
          <a:p>
            <a:pPr indent="0" lvl="0" marL="0" rtl="0" algn="l">
              <a:lnSpc>
                <a:spcPct val="115000"/>
              </a:lnSpc>
              <a:spcBef>
                <a:spcPts val="1400"/>
              </a:spcBef>
              <a:spcAft>
                <a:spcPts val="0"/>
              </a:spcAft>
              <a:buClr>
                <a:schemeClr val="lt1"/>
              </a:buClr>
              <a:buSzPts val="1100"/>
              <a:buFont typeface="Arial"/>
              <a:buNone/>
            </a:pPr>
            <a:r>
              <a:rPr b="1" lang="en" sz="2000">
                <a:solidFill>
                  <a:schemeClr val="dk1"/>
                </a:solidFill>
                <a:latin typeface="Arial"/>
                <a:ea typeface="Arial"/>
                <a:cs typeface="Arial"/>
                <a:sym typeface="Arial"/>
              </a:rPr>
              <a:t>Dataset Description</a:t>
            </a:r>
            <a:endParaRPr b="1" sz="20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lang="en" sz="1500">
                <a:solidFill>
                  <a:schemeClr val="dk1"/>
                </a:solidFill>
                <a:latin typeface="Arial"/>
                <a:ea typeface="Arial"/>
                <a:cs typeface="Arial"/>
                <a:sym typeface="Arial"/>
              </a:rPr>
              <a:t>The dataset contains daily cumulative records of:</a:t>
            </a:r>
            <a:endParaRPr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en" sz="1500">
                <a:solidFill>
                  <a:schemeClr val="dk1"/>
                </a:solidFill>
                <a:latin typeface="Arial"/>
                <a:ea typeface="Arial"/>
                <a:cs typeface="Arial"/>
                <a:sym typeface="Arial"/>
              </a:rPr>
              <a:t>Confirmed Cases</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en" sz="1500">
                <a:solidFill>
                  <a:schemeClr val="dk1"/>
                </a:solidFill>
                <a:latin typeface="Arial"/>
                <a:ea typeface="Arial"/>
                <a:cs typeface="Arial"/>
                <a:sym typeface="Arial"/>
              </a:rPr>
              <a:t>Death Cases</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en" sz="1500">
                <a:solidFill>
                  <a:schemeClr val="dk1"/>
                </a:solidFill>
                <a:latin typeface="Arial"/>
                <a:ea typeface="Arial"/>
                <a:cs typeface="Arial"/>
                <a:sym typeface="Arial"/>
              </a:rPr>
              <a:t>Recovered Cases</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lang="en" sz="1500">
                <a:solidFill>
                  <a:schemeClr val="dk1"/>
                </a:solidFill>
                <a:latin typeface="Arial"/>
                <a:ea typeface="Arial"/>
                <a:cs typeface="Arial"/>
                <a:sym typeface="Arial"/>
              </a:rPr>
              <a:t>across countries and regions worldwide from:</a:t>
            </a:r>
            <a:endParaRPr sz="15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lang="en" sz="1500">
                <a:solidFill>
                  <a:schemeClr val="dk1"/>
                </a:solidFill>
                <a:latin typeface="Arial"/>
                <a:ea typeface="Arial"/>
                <a:cs typeface="Arial"/>
                <a:sym typeface="Arial"/>
              </a:rPr>
              <a:t>January 2020</a:t>
            </a: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lang="en" sz="1500">
                <a:solidFill>
                  <a:schemeClr val="dk1"/>
                </a:solidFill>
                <a:latin typeface="Arial"/>
                <a:ea typeface="Arial"/>
                <a:cs typeface="Arial"/>
                <a:sym typeface="Arial"/>
              </a:rPr>
              <a:t>to 2023</a:t>
            </a:r>
            <a:endParaRPr sz="1500">
              <a:solidFill>
                <a:schemeClr val="dk1"/>
              </a:solidFill>
              <a:latin typeface="Arial"/>
              <a:ea typeface="Arial"/>
              <a:cs typeface="Arial"/>
              <a:sym typeface="Arial"/>
            </a:endParaRPr>
          </a:p>
          <a:p>
            <a:pPr indent="0" lvl="0" marL="0" rtl="0" algn="l">
              <a:spcBef>
                <a:spcPts val="1200"/>
              </a:spcBef>
              <a:spcAft>
                <a:spcPts val="0"/>
              </a:spcAft>
              <a:buNone/>
            </a:pPr>
            <a:r>
              <a:t/>
            </a:r>
            <a:endParaRPr>
              <a:solidFill>
                <a:schemeClr val="dk1"/>
              </a:solidFill>
            </a:endParaRPr>
          </a:p>
        </p:txBody>
      </p:sp>
      <p:cxnSp>
        <p:nvCxnSpPr>
          <p:cNvPr id="415" name="Google Shape;415;p60"/>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419" name="Shape 419"/>
        <p:cNvGrpSpPr/>
        <p:nvPr/>
      </p:nvGrpSpPr>
      <p:grpSpPr>
        <a:xfrm>
          <a:off x="0" y="0"/>
          <a:ext cx="0" cy="0"/>
          <a:chOff x="0" y="0"/>
          <a:chExt cx="0" cy="0"/>
        </a:xfrm>
      </p:grpSpPr>
      <p:cxnSp>
        <p:nvCxnSpPr>
          <p:cNvPr id="420" name="Google Shape;420;p61"/>
          <p:cNvCxnSpPr/>
          <p:nvPr/>
        </p:nvCxnSpPr>
        <p:spPr>
          <a:xfrm>
            <a:off x="343200" y="811381"/>
            <a:ext cx="8573100" cy="0"/>
          </a:xfrm>
          <a:prstGeom prst="straightConnector1">
            <a:avLst/>
          </a:prstGeom>
          <a:noFill/>
          <a:ln cap="flat" cmpd="sng" w="9525">
            <a:solidFill>
              <a:schemeClr val="dk1"/>
            </a:solidFill>
            <a:prstDash val="solid"/>
            <a:round/>
            <a:headEnd len="med" w="med" type="none"/>
            <a:tailEnd len="med" w="med" type="none"/>
          </a:ln>
        </p:spPr>
      </p:cxnSp>
      <p:graphicFrame>
        <p:nvGraphicFramePr>
          <p:cNvPr id="421" name="Google Shape;421;p61"/>
          <p:cNvGraphicFramePr/>
          <p:nvPr/>
        </p:nvGraphicFramePr>
        <p:xfrm>
          <a:off x="-6693" y="-7"/>
          <a:ext cx="3000000" cy="3000000"/>
        </p:xfrm>
        <a:graphic>
          <a:graphicData uri="http://schemas.openxmlformats.org/drawingml/2006/table">
            <a:tbl>
              <a:tblPr>
                <a:noFill/>
                <a:tableStyleId>{E639325F-8A07-4F6B-8F36-34E504B5032A}</a:tableStyleId>
              </a:tblPr>
              <a:tblGrid>
                <a:gridCol w="1420000"/>
                <a:gridCol w="7617525"/>
              </a:tblGrid>
              <a:tr h="860700">
                <a:tc>
                  <a:txBody>
                    <a:bodyPr/>
                    <a:lstStyle/>
                    <a:p>
                      <a:pPr indent="0" lvl="0" marL="0" rtl="0" algn="ctr">
                        <a:lnSpc>
                          <a:spcPct val="115000"/>
                        </a:lnSpc>
                        <a:spcBef>
                          <a:spcPts val="0"/>
                        </a:spcBef>
                        <a:spcAft>
                          <a:spcPts val="0"/>
                        </a:spcAft>
                        <a:buNone/>
                      </a:pPr>
                      <a:r>
                        <a:rPr b="1" lang="en" sz="1600">
                          <a:solidFill>
                            <a:schemeClr val="accent1"/>
                          </a:solidFill>
                        </a:rPr>
                        <a:t>Key Fields</a:t>
                      </a:r>
                      <a:endParaRPr b="1" sz="1600">
                        <a:solidFill>
                          <a:schemeClr val="accent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200">
                          <a:solidFill>
                            <a:schemeClr val="dk1"/>
                          </a:solidFill>
                        </a:rPr>
                        <a:t>Field</a:t>
                      </a:r>
                      <a:endParaRPr b="1" sz="1200">
                        <a:solidFill>
                          <a:schemeClr val="dk1"/>
                        </a:solidFill>
                      </a:endParaRPr>
                    </a:p>
                  </a:txBody>
                  <a:tcPr marT="91425" marB="91425" marR="91425" marL="91425"/>
                </a:tc>
                <a:tc>
                  <a:txBody>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rPr b="1" lang="en" sz="1200">
                          <a:solidFill>
                            <a:schemeClr val="dk1"/>
                          </a:solidFill>
                        </a:rPr>
                        <a:t>Description</a:t>
                      </a:r>
                      <a:endParaRPr b="1" sz="1200">
                        <a:solidFill>
                          <a:schemeClr val="dk1"/>
                        </a:solidFill>
                      </a:endParaRPr>
                    </a:p>
                  </a:txBody>
                  <a:tcPr marT="91425" marB="91425" marR="91425" marL="91425"/>
                </a:tc>
              </a:tr>
              <a:tr h="715200">
                <a:tc>
                  <a:txBody>
                    <a:bodyPr/>
                    <a:lstStyle/>
                    <a:p>
                      <a:pPr indent="0" lvl="0" marL="0" rtl="0" algn="l">
                        <a:spcBef>
                          <a:spcPts val="0"/>
                        </a:spcBef>
                        <a:spcAft>
                          <a:spcPts val="0"/>
                        </a:spcAft>
                        <a:buNone/>
                      </a:pPr>
                      <a:r>
                        <a:rPr lang="en" sz="1200">
                          <a:solidFill>
                            <a:schemeClr val="dk1"/>
                          </a:solidFill>
                        </a:rPr>
                        <a:t>Country/Region</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201 </a:t>
                      </a:r>
                      <a:r>
                        <a:rPr lang="en" sz="1200">
                          <a:solidFill>
                            <a:schemeClr val="dk1"/>
                          </a:solidFill>
                        </a:rPr>
                        <a:t>Countries affected</a:t>
                      </a:r>
                      <a:endParaRPr sz="1200">
                        <a:solidFill>
                          <a:schemeClr val="dk1"/>
                        </a:solidFill>
                      </a:endParaRPr>
                    </a:p>
                  </a:txBody>
                  <a:tcPr marT="91425" marB="91425" marR="91425" marL="91425"/>
                </a:tc>
              </a:tr>
              <a:tr h="634575">
                <a:tc>
                  <a:txBody>
                    <a:bodyPr/>
                    <a:lstStyle/>
                    <a:p>
                      <a:pPr indent="0" lvl="0" marL="0" rtl="0" algn="l">
                        <a:spcBef>
                          <a:spcPts val="0"/>
                        </a:spcBef>
                        <a:spcAft>
                          <a:spcPts val="0"/>
                        </a:spcAft>
                        <a:buNone/>
                      </a:pPr>
                      <a:r>
                        <a:rPr lang="en" sz="1200">
                          <a:solidFill>
                            <a:schemeClr val="dk1"/>
                          </a:solidFill>
                        </a:rPr>
                        <a:t>Province/State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State/Province (where available)</a:t>
                      </a:r>
                      <a:endParaRPr sz="1200">
                        <a:solidFill>
                          <a:schemeClr val="dk1"/>
                        </a:solidFill>
                      </a:endParaRPr>
                    </a:p>
                  </a:txBody>
                  <a:tcPr marT="91425" marB="91425" marR="91425" marL="91425">
                    <a:solidFill>
                      <a:srgbClr val="073763"/>
                    </a:solidFill>
                  </a:tcPr>
                </a:tc>
              </a:tr>
              <a:tr h="390625">
                <a:tc>
                  <a:txBody>
                    <a:bodyPr/>
                    <a:lstStyle/>
                    <a:p>
                      <a:pPr indent="0" lvl="0" marL="0" rtl="0" algn="l">
                        <a:spcBef>
                          <a:spcPts val="0"/>
                        </a:spcBef>
                        <a:spcAft>
                          <a:spcPts val="0"/>
                        </a:spcAft>
                        <a:buNone/>
                      </a:pPr>
                      <a:r>
                        <a:rPr lang="en" sz="1200">
                          <a:solidFill>
                            <a:schemeClr val="dk1"/>
                          </a:solidFill>
                        </a:rPr>
                        <a:t>Date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Jan 2020 - 2023</a:t>
                      </a:r>
                      <a:endParaRPr sz="1200">
                        <a:solidFill>
                          <a:schemeClr val="dk1"/>
                        </a:solidFill>
                      </a:endParaRPr>
                    </a:p>
                  </a:txBody>
                  <a:tcPr marT="91425" marB="91425" marR="91425" marL="91425"/>
                </a:tc>
              </a:tr>
              <a:tr h="715200">
                <a:tc>
                  <a:txBody>
                    <a:bodyPr/>
                    <a:lstStyle/>
                    <a:p>
                      <a:pPr indent="0" lvl="0" marL="0" rtl="0" algn="l">
                        <a:spcBef>
                          <a:spcPts val="0"/>
                        </a:spcBef>
                        <a:spcAft>
                          <a:spcPts val="0"/>
                        </a:spcAft>
                        <a:buNone/>
                      </a:pPr>
                      <a:r>
                        <a:rPr lang="en" sz="1200">
                          <a:solidFill>
                            <a:schemeClr val="dk1"/>
                          </a:solidFill>
                        </a:rPr>
                        <a:t>Confirmed Cases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Total cumulative confirmed cases</a:t>
                      </a:r>
                      <a:endParaRPr sz="1200">
                        <a:solidFill>
                          <a:schemeClr val="dk1"/>
                        </a:solidFill>
                      </a:endParaRPr>
                    </a:p>
                  </a:txBody>
                  <a:tcPr marT="91425" marB="91425" marR="91425" marL="91425"/>
                </a:tc>
              </a:tr>
              <a:tr h="553975">
                <a:tc>
                  <a:txBody>
                    <a:bodyPr/>
                    <a:lstStyle/>
                    <a:p>
                      <a:pPr indent="0" lvl="0" marL="0" rtl="0" algn="l">
                        <a:spcBef>
                          <a:spcPts val="0"/>
                        </a:spcBef>
                        <a:spcAft>
                          <a:spcPts val="0"/>
                        </a:spcAft>
                        <a:buNone/>
                      </a:pPr>
                      <a:r>
                        <a:rPr lang="en" sz="1200">
                          <a:solidFill>
                            <a:schemeClr val="dk1"/>
                          </a:solidFill>
                        </a:rPr>
                        <a:t>Death Cases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Total cumulative deaths</a:t>
                      </a:r>
                      <a:endParaRPr sz="1200">
                        <a:solidFill>
                          <a:schemeClr val="dk1"/>
                        </a:solidFill>
                      </a:endParaRPr>
                    </a:p>
                  </a:txBody>
                  <a:tcPr marT="91425" marB="91425" marR="91425" marL="91425"/>
                </a:tc>
              </a:tr>
              <a:tr h="715200">
                <a:tc>
                  <a:txBody>
                    <a:bodyPr/>
                    <a:lstStyle/>
                    <a:p>
                      <a:pPr indent="0" lvl="0" marL="0" rtl="0" algn="l">
                        <a:spcBef>
                          <a:spcPts val="0"/>
                        </a:spcBef>
                        <a:spcAft>
                          <a:spcPts val="0"/>
                        </a:spcAft>
                        <a:buNone/>
                      </a:pPr>
                      <a:r>
                        <a:rPr lang="en" sz="1200">
                          <a:solidFill>
                            <a:schemeClr val="dk1"/>
                          </a:solidFill>
                        </a:rPr>
                        <a:t>Recovered Cases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Total cumulative recoveries</a:t>
                      </a:r>
                      <a:endParaRPr sz="1200">
                        <a:solidFill>
                          <a:schemeClr val="dk1"/>
                        </a:solidFill>
                      </a:endParaRPr>
                    </a:p>
                  </a:txBody>
                  <a:tcPr marT="91425" marB="91425" marR="91425" marL="91425"/>
                </a:tc>
              </a:tr>
              <a:tr h="795825">
                <a:tc>
                  <a:txBody>
                    <a:bodyPr/>
                    <a:lstStyle/>
                    <a:p>
                      <a:pPr indent="0" lvl="0" marL="0" rtl="0" algn="l">
                        <a:spcBef>
                          <a:spcPts val="0"/>
                        </a:spcBef>
                        <a:spcAft>
                          <a:spcPts val="0"/>
                        </a:spcAft>
                        <a:buNone/>
                      </a:pPr>
                      <a:r>
                        <a:rPr lang="en" sz="1200">
                          <a:solidFill>
                            <a:schemeClr val="dk1"/>
                          </a:solidFill>
                        </a:rPr>
                        <a:t>Latitude &amp; Longitude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Geographic coordinates</a:t>
                      </a:r>
                      <a:endParaRPr sz="1200">
                        <a:solidFill>
                          <a:schemeClr val="dk1"/>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2"/>
          <p:cNvSpPr txBox="1"/>
          <p:nvPr>
            <p:ph type="title"/>
          </p:nvPr>
        </p:nvSpPr>
        <p:spPr>
          <a:xfrm>
            <a:off x="283850" y="78975"/>
            <a:ext cx="5747400" cy="1431600"/>
          </a:xfrm>
          <a:prstGeom prst="rect">
            <a:avLst/>
          </a:prstGeom>
          <a:solidFill>
            <a:srgbClr val="073763"/>
          </a:solidFill>
        </p:spPr>
        <p:txBody>
          <a:bodyPr anchorCtr="0" anchor="t" bIns="0" lIns="0" spcFirstLastPara="1" rIns="0" wrap="square" tIns="0">
            <a:spAutoFit/>
          </a:bodyPr>
          <a:lstStyle/>
          <a:p>
            <a:pPr indent="0" lvl="0" marL="0" rtl="0" algn="l">
              <a:spcBef>
                <a:spcPts val="0"/>
              </a:spcBef>
              <a:spcAft>
                <a:spcPts val="0"/>
              </a:spcAft>
              <a:buNone/>
            </a:pPr>
            <a:r>
              <a:rPr lang="en" sz="3500">
                <a:solidFill>
                  <a:schemeClr val="dk1"/>
                </a:solidFill>
                <a:latin typeface="Arial"/>
                <a:ea typeface="Arial"/>
                <a:cs typeface="Arial"/>
                <a:sym typeface="Arial"/>
              </a:rPr>
              <a:t>Data Preparation Performed</a:t>
            </a:r>
            <a:endParaRPr sz="3500">
              <a:solidFill>
                <a:schemeClr val="dk1"/>
              </a:solidFill>
              <a:latin typeface="Arial"/>
              <a:ea typeface="Arial"/>
              <a:cs typeface="Arial"/>
              <a:sym typeface="Arial"/>
            </a:endParaRPr>
          </a:p>
          <a:p>
            <a:pPr indent="0" lvl="0" marL="4572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427" name="Google Shape;427;p62"/>
          <p:cNvSpPr txBox="1"/>
          <p:nvPr>
            <p:ph idx="1" type="body"/>
          </p:nvPr>
        </p:nvSpPr>
        <p:spPr>
          <a:xfrm>
            <a:off x="2457450" y="3716975"/>
            <a:ext cx="2055000" cy="9666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500">
                <a:latin typeface="Arial"/>
                <a:ea typeface="Arial"/>
                <a:cs typeface="Arial"/>
                <a:sym typeface="Arial"/>
              </a:rPr>
              <a:t>Merged confirmed, deaths, and recovery datasets.</a:t>
            </a:r>
            <a:endParaRPr sz="1400"/>
          </a:p>
        </p:txBody>
      </p:sp>
      <p:sp>
        <p:nvSpPr>
          <p:cNvPr id="428" name="Google Shape;428;p62"/>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1200"/>
              </a:spcAft>
              <a:buClr>
                <a:schemeClr val="lt1"/>
              </a:buClr>
              <a:buSzPts val="1100"/>
              <a:buFont typeface="Arial"/>
              <a:buNone/>
            </a:pPr>
            <a:r>
              <a:rPr lang="en" sz="1500">
                <a:latin typeface="Arial"/>
                <a:ea typeface="Arial"/>
                <a:cs typeface="Arial"/>
                <a:sym typeface="Arial"/>
              </a:rPr>
              <a:t>Created a Date table</a:t>
            </a:r>
            <a:endParaRPr sz="1400"/>
          </a:p>
        </p:txBody>
      </p:sp>
      <p:sp>
        <p:nvSpPr>
          <p:cNvPr id="429" name="Google Shape;429;p62"/>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500">
                <a:latin typeface="Arial"/>
                <a:ea typeface="Arial"/>
                <a:cs typeface="Arial"/>
                <a:sym typeface="Arial"/>
              </a:rPr>
              <a:t>Built DAX measures for KPIs</a:t>
            </a:r>
            <a:endParaRPr sz="1400"/>
          </a:p>
        </p:txBody>
      </p:sp>
      <p:sp>
        <p:nvSpPr>
          <p:cNvPr id="430" name="Google Shape;430;p62"/>
          <p:cNvSpPr/>
          <p:nvPr/>
        </p:nvSpPr>
        <p:spPr>
          <a:xfrm>
            <a:off x="2456701" y="3100825"/>
            <a:ext cx="493800" cy="4938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chemeClr val="dk1"/>
                </a:solidFill>
                <a:latin typeface="Inter"/>
                <a:ea typeface="Inter"/>
                <a:cs typeface="Inter"/>
                <a:sym typeface="Inter"/>
              </a:rPr>
              <a:t>02</a:t>
            </a:r>
            <a:endParaRPr sz="2200">
              <a:solidFill>
                <a:schemeClr val="dk1"/>
              </a:solidFill>
              <a:latin typeface="Inter"/>
              <a:ea typeface="Inter"/>
              <a:cs typeface="Inter"/>
              <a:sym typeface="Inter"/>
            </a:endParaRPr>
          </a:p>
        </p:txBody>
      </p:sp>
      <p:sp>
        <p:nvSpPr>
          <p:cNvPr id="431" name="Google Shape;431;p62"/>
          <p:cNvSpPr/>
          <p:nvPr/>
        </p:nvSpPr>
        <p:spPr>
          <a:xfrm>
            <a:off x="4655042" y="3100836"/>
            <a:ext cx="493800" cy="4938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200">
                <a:solidFill>
                  <a:schemeClr val="dk1"/>
                </a:solidFill>
                <a:latin typeface="Inter"/>
                <a:ea typeface="Inter"/>
                <a:cs typeface="Inter"/>
                <a:sym typeface="Inter"/>
              </a:rPr>
              <a:t>03</a:t>
            </a:r>
            <a:endParaRPr sz="2200">
              <a:solidFill>
                <a:schemeClr val="dk1"/>
              </a:solidFill>
              <a:latin typeface="Inter"/>
              <a:ea typeface="Inter"/>
              <a:cs typeface="Inter"/>
              <a:sym typeface="Inter"/>
            </a:endParaRPr>
          </a:p>
        </p:txBody>
      </p:sp>
      <p:sp>
        <p:nvSpPr>
          <p:cNvPr id="432" name="Google Shape;432;p62"/>
          <p:cNvSpPr/>
          <p:nvPr/>
        </p:nvSpPr>
        <p:spPr>
          <a:xfrm>
            <a:off x="6801409" y="3100825"/>
            <a:ext cx="493800" cy="4938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100">
                <a:solidFill>
                  <a:schemeClr val="dk1"/>
                </a:solidFill>
                <a:latin typeface="Inter"/>
                <a:ea typeface="Inter"/>
                <a:cs typeface="Inter"/>
                <a:sym typeface="Inter"/>
              </a:rPr>
              <a:t>04</a:t>
            </a:r>
            <a:endParaRPr sz="2100">
              <a:solidFill>
                <a:schemeClr val="dk1"/>
              </a:solidFill>
              <a:latin typeface="Inter"/>
              <a:ea typeface="Inter"/>
              <a:cs typeface="Inter"/>
              <a:sym typeface="Inter"/>
            </a:endParaRPr>
          </a:p>
        </p:txBody>
      </p:sp>
      <p:cxnSp>
        <p:nvCxnSpPr>
          <p:cNvPr id="433" name="Google Shape;433;p62"/>
          <p:cNvCxnSpPr/>
          <p:nvPr/>
        </p:nvCxnSpPr>
        <p:spPr>
          <a:xfrm>
            <a:off x="76125" y="15778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4" name="Google Shape;434;p62"/>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435" name="Google Shape;435;p62"/>
          <p:cNvSpPr txBox="1"/>
          <p:nvPr/>
        </p:nvSpPr>
        <p:spPr>
          <a:xfrm>
            <a:off x="631750" y="3806700"/>
            <a:ext cx="17076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500">
                <a:solidFill>
                  <a:schemeClr val="lt1"/>
                </a:solidFill>
              </a:rPr>
              <a:t>Unpivoted date columns</a:t>
            </a:r>
            <a:endParaRPr sz="1800"/>
          </a:p>
        </p:txBody>
      </p:sp>
      <p:sp>
        <p:nvSpPr>
          <p:cNvPr id="436" name="Google Shape;436;p62"/>
          <p:cNvSpPr/>
          <p:nvPr/>
        </p:nvSpPr>
        <p:spPr>
          <a:xfrm>
            <a:off x="583325" y="3100825"/>
            <a:ext cx="493800" cy="4938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500">
                <a:solidFill>
                  <a:schemeClr val="dk1"/>
                </a:solidFill>
                <a:latin typeface="Inter"/>
                <a:ea typeface="Inter"/>
                <a:cs typeface="Inter"/>
                <a:sym typeface="Inter"/>
              </a:rPr>
              <a:t>01</a:t>
            </a:r>
            <a:endParaRPr sz="25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3"/>
          <p:cNvSpPr txBox="1"/>
          <p:nvPr>
            <p:ph type="title"/>
          </p:nvPr>
        </p:nvSpPr>
        <p:spPr>
          <a:xfrm>
            <a:off x="284850" y="64000"/>
            <a:ext cx="6423900" cy="471000"/>
          </a:xfrm>
          <a:prstGeom prst="rect">
            <a:avLst/>
          </a:prstGeom>
          <a:solidFill>
            <a:srgbClr val="073763"/>
          </a:solidFill>
        </p:spPr>
        <p:txBody>
          <a:bodyPr anchorCtr="0" anchor="t" bIns="0" lIns="0" spcFirstLastPara="1" rIns="0" wrap="square" tIns="0">
            <a:spAutoFit/>
          </a:bodyPr>
          <a:lstStyle/>
          <a:p>
            <a:pPr indent="0" lvl="0" marL="0" rtl="0" algn="l">
              <a:spcBef>
                <a:spcPts val="0"/>
              </a:spcBef>
              <a:spcAft>
                <a:spcPts val="0"/>
              </a:spcAft>
              <a:buNone/>
            </a:pPr>
            <a:r>
              <a:rPr lang="en" sz="3500">
                <a:solidFill>
                  <a:schemeClr val="dk1"/>
                </a:solidFill>
              </a:rPr>
              <a:t>Business Problem</a:t>
            </a:r>
            <a:r>
              <a:rPr lang="en"/>
              <a:t> </a:t>
            </a:r>
            <a:endParaRPr/>
          </a:p>
        </p:txBody>
      </p:sp>
      <p:sp>
        <p:nvSpPr>
          <p:cNvPr id="442" name="Google Shape;442;p63"/>
          <p:cNvSpPr txBox="1"/>
          <p:nvPr/>
        </p:nvSpPr>
        <p:spPr>
          <a:xfrm>
            <a:off x="0" y="756900"/>
            <a:ext cx="9144000" cy="44175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Global Overview</a:t>
            </a:r>
            <a:endParaRPr b="1"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How many confirmed cases worldwide?</a:t>
            </a:r>
            <a:endParaRPr sz="1300"/>
          </a:p>
          <a:p>
            <a:pPr indent="-311150" lvl="0" marL="457200" rtl="0" algn="l">
              <a:spcBef>
                <a:spcPts val="0"/>
              </a:spcBef>
              <a:spcAft>
                <a:spcPts val="0"/>
              </a:spcAft>
              <a:buSzPts val="1300"/>
              <a:buChar char="●"/>
            </a:pPr>
            <a:r>
              <a:rPr lang="en" sz="1300"/>
              <a:t>How many deaths worldwide?</a:t>
            </a:r>
            <a:endParaRPr sz="1300"/>
          </a:p>
          <a:p>
            <a:pPr indent="-311150" lvl="0" marL="457200" rtl="0" algn="l">
              <a:spcBef>
                <a:spcPts val="0"/>
              </a:spcBef>
              <a:spcAft>
                <a:spcPts val="0"/>
              </a:spcAft>
              <a:buSzPts val="1300"/>
              <a:buChar char="●"/>
            </a:pPr>
            <a:r>
              <a:rPr lang="en" sz="1300"/>
              <a:t>Which countries were most affected?</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Trend Analysis</a:t>
            </a:r>
            <a:endParaRPr b="1"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How did cases evolve over time?</a:t>
            </a:r>
            <a:endParaRPr sz="1300"/>
          </a:p>
          <a:p>
            <a:pPr indent="-311150" lvl="0" marL="457200" rtl="0" algn="l">
              <a:spcBef>
                <a:spcPts val="0"/>
              </a:spcBef>
              <a:spcAft>
                <a:spcPts val="0"/>
              </a:spcAft>
              <a:buSzPts val="1300"/>
              <a:buChar char="●"/>
            </a:pPr>
            <a:r>
              <a:rPr lang="en" sz="1300"/>
              <a:t>How did deaths evolve over time?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Country Comparison</a:t>
            </a:r>
            <a:endParaRPr b="1"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Which countries had the highest case counts?</a:t>
            </a:r>
            <a:endParaRPr sz="1300"/>
          </a:p>
          <a:p>
            <a:pPr indent="-311150" lvl="0" marL="457200" rtl="0" algn="l">
              <a:spcBef>
                <a:spcPts val="0"/>
              </a:spcBef>
              <a:spcAft>
                <a:spcPts val="0"/>
              </a:spcAft>
              <a:buSzPts val="1300"/>
              <a:buChar char="●"/>
            </a:pPr>
            <a:r>
              <a:rPr lang="en" sz="1300"/>
              <a:t>Which countries had the highest death counts?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Severity Analysis</a:t>
            </a:r>
            <a:endParaRPr b="1"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Which countries had the highest death rates?</a:t>
            </a:r>
            <a:endParaRPr sz="1300"/>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00"/>
        </a:solidFill>
      </p:bgPr>
    </p:bg>
    <p:spTree>
      <p:nvGrpSpPr>
        <p:cNvPr id="446" name="Shape 446"/>
        <p:cNvGrpSpPr/>
        <p:nvPr/>
      </p:nvGrpSpPr>
      <p:grpSpPr>
        <a:xfrm>
          <a:off x="0" y="0"/>
          <a:ext cx="0" cy="0"/>
          <a:chOff x="0" y="0"/>
          <a:chExt cx="0" cy="0"/>
        </a:xfrm>
      </p:grpSpPr>
      <p:grpSp>
        <p:nvGrpSpPr>
          <p:cNvPr id="447" name="Google Shape;447;p64"/>
          <p:cNvGrpSpPr/>
          <p:nvPr/>
        </p:nvGrpSpPr>
        <p:grpSpPr>
          <a:xfrm>
            <a:off x="-2400" y="1555125"/>
            <a:ext cx="9146400" cy="3128600"/>
            <a:chOff x="-2400" y="1555125"/>
            <a:chExt cx="9146400" cy="3128600"/>
          </a:xfrm>
        </p:grpSpPr>
        <p:sp>
          <p:nvSpPr>
            <p:cNvPr id="448" name="Google Shape;448;p64"/>
            <p:cNvSpPr txBox="1"/>
            <p:nvPr/>
          </p:nvSpPr>
          <p:spPr>
            <a:xfrm>
              <a:off x="284850" y="2002750"/>
              <a:ext cx="3494400" cy="518400"/>
            </a:xfrm>
            <a:prstGeom prst="rect">
              <a:avLst/>
            </a:prstGeom>
            <a:noFill/>
            <a:ln>
              <a:noFill/>
            </a:ln>
          </p:spPr>
          <p:txBody>
            <a:bodyPr anchorCtr="0" anchor="t" bIns="0" lIns="0" spcFirstLastPara="1" rIns="182875" wrap="square" tIns="91425">
              <a:noAutofit/>
            </a:bodyPr>
            <a:lstStyle/>
            <a:p>
              <a:pPr indent="0" lvl="0" marL="0" rtl="0" algn="l">
                <a:lnSpc>
                  <a:spcPct val="100000"/>
                </a:lnSpc>
                <a:spcBef>
                  <a:spcPts val="0"/>
                </a:spcBef>
                <a:spcAft>
                  <a:spcPts val="0"/>
                </a:spcAft>
                <a:buNone/>
              </a:pPr>
              <a:r>
                <a:rPr lang="en" sz="1200">
                  <a:solidFill>
                    <a:schemeClr val="lt1"/>
                  </a:solidFill>
                  <a:latin typeface="Inter"/>
                  <a:ea typeface="Inter"/>
                  <a:cs typeface="Inter"/>
                  <a:sym typeface="Inter"/>
                </a:rPr>
                <a:t>Total Confirmed Cases</a:t>
              </a:r>
              <a:r>
                <a:rPr lang="en" sz="800">
                  <a:solidFill>
                    <a:schemeClr val="lt1"/>
                  </a:solidFill>
                  <a:latin typeface="Inter"/>
                  <a:ea typeface="Inter"/>
                  <a:cs typeface="Inter"/>
                  <a:sym typeface="Inter"/>
                </a:rPr>
                <a:t> </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p:txBody>
        </p:sp>
        <p:sp>
          <p:nvSpPr>
            <p:cNvPr id="449" name="Google Shape;449;p64"/>
            <p:cNvSpPr txBox="1"/>
            <p:nvPr/>
          </p:nvSpPr>
          <p:spPr>
            <a:xfrm>
              <a:off x="284850" y="1555575"/>
              <a:ext cx="3494400" cy="335700"/>
            </a:xfrm>
            <a:prstGeom prst="rect">
              <a:avLst/>
            </a:prstGeom>
            <a:noFill/>
            <a:ln>
              <a:noFill/>
            </a:ln>
          </p:spPr>
          <p:txBody>
            <a:bodyPr anchorCtr="0" anchor="t" bIns="0" lIns="0" spcFirstLastPara="1" rIns="0" wrap="square" tIns="91425">
              <a:noAutofit/>
            </a:bodyPr>
            <a:lstStyle/>
            <a:p>
              <a:pPr indent="0" lvl="0" marL="0" rtl="0" algn="ctr">
                <a:lnSpc>
                  <a:spcPct val="115000"/>
                </a:lnSpc>
                <a:spcBef>
                  <a:spcPts val="0"/>
                </a:spcBef>
                <a:spcAft>
                  <a:spcPts val="0"/>
                </a:spcAft>
                <a:buNone/>
              </a:pPr>
              <a:r>
                <a:rPr b="1" lang="en" sz="1300"/>
                <a:t>KPI</a:t>
              </a:r>
              <a:endParaRPr b="1" sz="1300"/>
            </a:p>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50" name="Google Shape;450;p64"/>
            <p:cNvSpPr txBox="1"/>
            <p:nvPr/>
          </p:nvSpPr>
          <p:spPr>
            <a:xfrm>
              <a:off x="6086100" y="1555575"/>
              <a:ext cx="27708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b="1" lang="en" sz="1300">
                  <a:solidFill>
                    <a:schemeClr val="lt1"/>
                  </a:solidFill>
                  <a:latin typeface="Inter"/>
                  <a:ea typeface="Inter"/>
                  <a:cs typeface="Inter"/>
                  <a:sym typeface="Inter"/>
                </a:rPr>
                <a:t>Definition </a:t>
              </a:r>
              <a:endParaRPr b="1" sz="1300">
                <a:solidFill>
                  <a:schemeClr val="lt1"/>
                </a:solidFill>
                <a:latin typeface="Inter"/>
                <a:ea typeface="Inter"/>
                <a:cs typeface="Inter"/>
                <a:sym typeface="Inter"/>
              </a:endParaRPr>
            </a:p>
          </p:txBody>
        </p:sp>
        <p:sp>
          <p:nvSpPr>
            <p:cNvPr id="451" name="Google Shape;451;p64"/>
            <p:cNvSpPr txBox="1"/>
            <p:nvPr/>
          </p:nvSpPr>
          <p:spPr>
            <a:xfrm>
              <a:off x="284850" y="2673326"/>
              <a:ext cx="34944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Font typeface="Arial"/>
                <a:buNone/>
              </a:pPr>
              <a:r>
                <a:rPr lang="en" sz="1200">
                  <a:solidFill>
                    <a:schemeClr val="lt1"/>
                  </a:solidFill>
                  <a:latin typeface="Inter"/>
                  <a:ea typeface="Inter"/>
                  <a:cs typeface="Inter"/>
                  <a:sym typeface="Inter"/>
                </a:rPr>
                <a:t>Total Deaths </a:t>
              </a:r>
              <a:endParaRPr sz="12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2" name="Google Shape;452;p64"/>
            <p:cNvSpPr txBox="1"/>
            <p:nvPr/>
          </p:nvSpPr>
          <p:spPr>
            <a:xfrm>
              <a:off x="284850" y="3343475"/>
              <a:ext cx="34944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Font typeface="Arial"/>
                <a:buNone/>
              </a:pPr>
              <a:r>
                <a:rPr lang="en" sz="1200">
                  <a:solidFill>
                    <a:schemeClr val="lt1"/>
                  </a:solidFill>
                  <a:latin typeface="Inter"/>
                  <a:ea typeface="Inter"/>
                  <a:cs typeface="Inter"/>
                  <a:sym typeface="Inter"/>
                </a:rPr>
                <a:t>Death Rate </a:t>
              </a:r>
              <a:endParaRPr sz="12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3" name="Google Shape;453;p64"/>
            <p:cNvSpPr txBox="1"/>
            <p:nvPr/>
          </p:nvSpPr>
          <p:spPr>
            <a:xfrm>
              <a:off x="284850" y="4013600"/>
              <a:ext cx="3494400" cy="419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Font typeface="Arial"/>
                <a:buNone/>
              </a:pPr>
              <a:r>
                <a:rPr lang="en" sz="1200">
                  <a:solidFill>
                    <a:schemeClr val="lt1"/>
                  </a:solidFill>
                  <a:latin typeface="Inter"/>
                  <a:ea typeface="Inter"/>
                  <a:cs typeface="Inter"/>
                  <a:sym typeface="Inter"/>
                </a:rPr>
                <a:t>Countries Affected </a:t>
              </a:r>
              <a:endParaRPr sz="12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4" name="Google Shape;454;p64"/>
            <p:cNvSpPr txBox="1"/>
            <p:nvPr/>
          </p:nvSpPr>
          <p:spPr>
            <a:xfrm>
              <a:off x="6086100" y="2002750"/>
              <a:ext cx="27708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Total confirmed COVID-19 cases reported </a:t>
              </a:r>
              <a:endParaRPr sz="1200">
                <a:solidFill>
                  <a:schemeClr val="lt1"/>
                </a:solidFill>
                <a:latin typeface="Inter"/>
                <a:ea typeface="Inter"/>
                <a:cs typeface="Inter"/>
                <a:sym typeface="Inter"/>
              </a:endParaRPr>
            </a:p>
          </p:txBody>
        </p:sp>
        <p:sp>
          <p:nvSpPr>
            <p:cNvPr id="455" name="Google Shape;455;p64"/>
            <p:cNvSpPr txBox="1"/>
            <p:nvPr/>
          </p:nvSpPr>
          <p:spPr>
            <a:xfrm>
              <a:off x="6086100" y="2673251"/>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Total COVID-19 deaths reported </a:t>
              </a:r>
              <a:endParaRPr sz="1200">
                <a:solidFill>
                  <a:schemeClr val="lt1"/>
                </a:solidFill>
                <a:latin typeface="Inter"/>
                <a:ea typeface="Inter"/>
                <a:cs typeface="Inter"/>
                <a:sym typeface="Inter"/>
              </a:endParaRPr>
            </a:p>
          </p:txBody>
        </p:sp>
        <p:sp>
          <p:nvSpPr>
            <p:cNvPr id="456" name="Google Shape;456;p64"/>
            <p:cNvSpPr txBox="1"/>
            <p:nvPr/>
          </p:nvSpPr>
          <p:spPr>
            <a:xfrm>
              <a:off x="6086100" y="33433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Deaths ÷ Confirmed Cases </a:t>
              </a:r>
              <a:endParaRPr sz="1200">
                <a:solidFill>
                  <a:schemeClr val="lt1"/>
                </a:solidFill>
                <a:latin typeface="Inter"/>
                <a:ea typeface="Inter"/>
                <a:cs typeface="Inter"/>
                <a:sym typeface="Inter"/>
              </a:endParaRPr>
            </a:p>
          </p:txBody>
        </p:sp>
        <p:sp>
          <p:nvSpPr>
            <p:cNvPr id="457" name="Google Shape;457;p64"/>
            <p:cNvSpPr txBox="1"/>
            <p:nvPr/>
          </p:nvSpPr>
          <p:spPr>
            <a:xfrm>
              <a:off x="6086100" y="4013625"/>
              <a:ext cx="2770800" cy="419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Number of countries reporting cases </a:t>
              </a:r>
              <a:endParaRPr sz="1200">
                <a:solidFill>
                  <a:schemeClr val="lt1"/>
                </a:solidFill>
                <a:latin typeface="Inter"/>
                <a:ea typeface="Inter"/>
                <a:cs typeface="Inter"/>
                <a:sym typeface="Inter"/>
              </a:endParaRPr>
            </a:p>
          </p:txBody>
        </p:sp>
        <p:cxnSp>
          <p:nvCxnSpPr>
            <p:cNvPr id="458" name="Google Shape;458;p64"/>
            <p:cNvCxnSpPr/>
            <p:nvPr/>
          </p:nvCxnSpPr>
          <p:spPr>
            <a:xfrm>
              <a:off x="-2400" y="2003200"/>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59" name="Google Shape;459;p64"/>
            <p:cNvCxnSpPr/>
            <p:nvPr/>
          </p:nvCxnSpPr>
          <p:spPr>
            <a:xfrm>
              <a:off x="-2400" y="2673333"/>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0" name="Google Shape;460;p64"/>
            <p:cNvCxnSpPr/>
            <p:nvPr/>
          </p:nvCxnSpPr>
          <p:spPr>
            <a:xfrm>
              <a:off x="-2400" y="3343467"/>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1" name="Google Shape;461;p64"/>
            <p:cNvCxnSpPr/>
            <p:nvPr/>
          </p:nvCxnSpPr>
          <p:spPr>
            <a:xfrm>
              <a:off x="-2400" y="4013600"/>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2" name="Google Shape;462;p64"/>
            <p:cNvCxnSpPr/>
            <p:nvPr/>
          </p:nvCxnSpPr>
          <p:spPr>
            <a:xfrm>
              <a:off x="-2400" y="4683725"/>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3" name="Google Shape;463;p64"/>
            <p:cNvCxnSpPr/>
            <p:nvPr/>
          </p:nvCxnSpPr>
          <p:spPr>
            <a:xfrm>
              <a:off x="-2400" y="1555125"/>
              <a:ext cx="9146400" cy="0"/>
            </a:xfrm>
            <a:prstGeom prst="straightConnector1">
              <a:avLst/>
            </a:prstGeom>
            <a:noFill/>
            <a:ln cap="flat" cmpd="sng" w="9525">
              <a:solidFill>
                <a:schemeClr val="lt1"/>
              </a:solidFill>
              <a:prstDash val="solid"/>
              <a:round/>
              <a:headEnd len="med" w="med" type="none"/>
              <a:tailEnd len="med" w="med" type="none"/>
            </a:ln>
          </p:spPr>
        </p:cxnSp>
      </p:grpSp>
      <p:sp>
        <p:nvSpPr>
          <p:cNvPr id="464" name="Google Shape;464;p64"/>
          <p:cNvSpPr txBox="1"/>
          <p:nvPr>
            <p:ph type="title"/>
          </p:nvPr>
        </p:nvSpPr>
        <p:spPr>
          <a:xfrm>
            <a:off x="284850" y="285900"/>
            <a:ext cx="6423900" cy="471000"/>
          </a:xfrm>
          <a:prstGeom prst="rect">
            <a:avLst/>
          </a:prstGeom>
          <a:solidFill>
            <a:srgbClr val="351C75"/>
          </a:solidFill>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rPr>
              <a:t>KPIs Defined</a:t>
            </a: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468" name="Shape 468"/>
        <p:cNvGrpSpPr/>
        <p:nvPr/>
      </p:nvGrpSpPr>
      <p:grpSpPr>
        <a:xfrm>
          <a:off x="0" y="0"/>
          <a:ext cx="0" cy="0"/>
          <a:chOff x="0" y="0"/>
          <a:chExt cx="0" cy="0"/>
        </a:xfrm>
      </p:grpSpPr>
      <p:cxnSp>
        <p:nvCxnSpPr>
          <p:cNvPr id="469" name="Google Shape;469;p65"/>
          <p:cNvCxnSpPr/>
          <p:nvPr/>
        </p:nvCxnSpPr>
        <p:spPr>
          <a:xfrm>
            <a:off x="343200" y="4950500"/>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470" name="Google Shape;470;p65"/>
          <p:cNvCxnSpPr/>
          <p:nvPr/>
        </p:nvCxnSpPr>
        <p:spPr>
          <a:xfrm>
            <a:off x="113125" y="1227896"/>
            <a:ext cx="8573100" cy="0"/>
          </a:xfrm>
          <a:prstGeom prst="straightConnector1">
            <a:avLst/>
          </a:prstGeom>
          <a:noFill/>
          <a:ln cap="flat" cmpd="sng" w="9525">
            <a:solidFill>
              <a:schemeClr val="dk1"/>
            </a:solidFill>
            <a:prstDash val="solid"/>
            <a:round/>
            <a:headEnd len="med" w="med" type="none"/>
            <a:tailEnd len="med" w="med" type="none"/>
          </a:ln>
        </p:spPr>
      </p:cxnSp>
      <p:sp>
        <p:nvSpPr>
          <p:cNvPr id="471" name="Google Shape;471;p65"/>
          <p:cNvSpPr txBox="1"/>
          <p:nvPr>
            <p:ph idx="4"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a:t>Dashboard Screenshot</a:t>
            </a:r>
            <a:r>
              <a:rPr lang="en"/>
              <a:t>:</a:t>
            </a:r>
            <a:endParaRPr/>
          </a:p>
          <a:p>
            <a:pPr indent="0" lvl="0" marL="0" rtl="0" algn="l">
              <a:spcBef>
                <a:spcPts val="0"/>
              </a:spcBef>
              <a:spcAft>
                <a:spcPts val="0"/>
              </a:spcAft>
              <a:buNone/>
            </a:pPr>
            <a:r>
              <a:rPr lang="en">
                <a:solidFill>
                  <a:schemeClr val="accent1"/>
                </a:solidFill>
              </a:rPr>
              <a:t>Executive Summary</a:t>
            </a:r>
            <a:endParaRPr>
              <a:solidFill>
                <a:schemeClr val="accent1"/>
              </a:solidFill>
            </a:endParaRPr>
          </a:p>
        </p:txBody>
      </p:sp>
      <p:pic>
        <p:nvPicPr>
          <p:cNvPr id="472" name="Google Shape;472;p65"/>
          <p:cNvPicPr preferRelativeResize="0"/>
          <p:nvPr/>
        </p:nvPicPr>
        <p:blipFill>
          <a:blip r:embed="rId3">
            <a:alphaModFix/>
          </a:blip>
          <a:stretch>
            <a:fillRect/>
          </a:stretch>
        </p:blipFill>
        <p:spPr>
          <a:xfrm>
            <a:off x="343200" y="1314625"/>
            <a:ext cx="7982450" cy="3549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476" name="Shape 476"/>
        <p:cNvGrpSpPr/>
        <p:nvPr/>
      </p:nvGrpSpPr>
      <p:grpSpPr>
        <a:xfrm>
          <a:off x="0" y="0"/>
          <a:ext cx="0" cy="0"/>
          <a:chOff x="0" y="0"/>
          <a:chExt cx="0" cy="0"/>
        </a:xfrm>
      </p:grpSpPr>
      <p:cxnSp>
        <p:nvCxnSpPr>
          <p:cNvPr id="477" name="Google Shape;477;p66"/>
          <p:cNvCxnSpPr/>
          <p:nvPr/>
        </p:nvCxnSpPr>
        <p:spPr>
          <a:xfrm>
            <a:off x="343200" y="4950500"/>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478" name="Google Shape;478;p66"/>
          <p:cNvCxnSpPr/>
          <p:nvPr/>
        </p:nvCxnSpPr>
        <p:spPr>
          <a:xfrm>
            <a:off x="113125" y="1227896"/>
            <a:ext cx="8573100" cy="0"/>
          </a:xfrm>
          <a:prstGeom prst="straightConnector1">
            <a:avLst/>
          </a:prstGeom>
          <a:noFill/>
          <a:ln cap="flat" cmpd="sng" w="9525">
            <a:solidFill>
              <a:schemeClr val="dk1"/>
            </a:solidFill>
            <a:prstDash val="solid"/>
            <a:round/>
            <a:headEnd len="med" w="med" type="none"/>
            <a:tailEnd len="med" w="med" type="none"/>
          </a:ln>
        </p:spPr>
      </p:cxnSp>
      <p:sp>
        <p:nvSpPr>
          <p:cNvPr id="479" name="Google Shape;479;p66"/>
          <p:cNvSpPr txBox="1"/>
          <p:nvPr>
            <p:ph idx="4"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a:t>Dashboard Screenshot:</a:t>
            </a:r>
            <a:endParaRPr/>
          </a:p>
          <a:p>
            <a:pPr indent="0" lvl="0" marL="0" rtl="0" algn="l">
              <a:spcBef>
                <a:spcPts val="0"/>
              </a:spcBef>
              <a:spcAft>
                <a:spcPts val="0"/>
              </a:spcAft>
              <a:buNone/>
            </a:pPr>
            <a:r>
              <a:rPr lang="en">
                <a:solidFill>
                  <a:schemeClr val="accent1"/>
                </a:solidFill>
              </a:rPr>
              <a:t>Trend Analysis</a:t>
            </a:r>
            <a:endParaRPr>
              <a:solidFill>
                <a:schemeClr val="accent1"/>
              </a:solidFill>
            </a:endParaRPr>
          </a:p>
        </p:txBody>
      </p:sp>
      <p:pic>
        <p:nvPicPr>
          <p:cNvPr id="480" name="Google Shape;480;p66"/>
          <p:cNvPicPr preferRelativeResize="0"/>
          <p:nvPr/>
        </p:nvPicPr>
        <p:blipFill>
          <a:blip r:embed="rId3">
            <a:alphaModFix/>
          </a:blip>
          <a:stretch>
            <a:fillRect/>
          </a:stretch>
        </p:blipFill>
        <p:spPr>
          <a:xfrm>
            <a:off x="1346700" y="1295475"/>
            <a:ext cx="6754852" cy="3562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484" name="Shape 484"/>
        <p:cNvGrpSpPr/>
        <p:nvPr/>
      </p:nvGrpSpPr>
      <p:grpSpPr>
        <a:xfrm>
          <a:off x="0" y="0"/>
          <a:ext cx="0" cy="0"/>
          <a:chOff x="0" y="0"/>
          <a:chExt cx="0" cy="0"/>
        </a:xfrm>
      </p:grpSpPr>
      <p:sp>
        <p:nvSpPr>
          <p:cNvPr id="485" name="Google Shape;485;p67"/>
          <p:cNvSpPr txBox="1"/>
          <p:nvPr/>
        </p:nvSpPr>
        <p:spPr>
          <a:xfrm>
            <a:off x="0" y="286800"/>
            <a:ext cx="3057000" cy="52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accent1"/>
                </a:solidFill>
                <a:latin typeface="Inter"/>
                <a:ea typeface="Inter"/>
                <a:cs typeface="Inter"/>
                <a:sym typeface="Inter"/>
              </a:rPr>
              <a:t>Key Insights:</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t/>
            </a:r>
            <a:endParaRPr sz="3600">
              <a:solidFill>
                <a:schemeClr val="accent1"/>
              </a:solidFill>
              <a:latin typeface="Inter"/>
              <a:ea typeface="Inter"/>
              <a:cs typeface="Inter"/>
              <a:sym typeface="Inter"/>
            </a:endParaRPr>
          </a:p>
        </p:txBody>
      </p:sp>
      <p:sp>
        <p:nvSpPr>
          <p:cNvPr id="486" name="Google Shape;486;p67"/>
          <p:cNvSpPr txBox="1"/>
          <p:nvPr/>
        </p:nvSpPr>
        <p:spPr>
          <a:xfrm>
            <a:off x="3875775" y="0"/>
            <a:ext cx="5268000" cy="46827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1. Global Impact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Over 677 million confirmed cases were reported globally.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More than 7 million deaths were recorded.</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2. Most Affected Countries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The United States recorded the highest confirmed cases.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India ranked second.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Several European countries appeared among the most affected.</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3. Pandemic Growth</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COVID-19 cases grew rapidly between 2020 and 2022.</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Growth slowed significantly after 2022.</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4. Mortality Improvement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Death rates declined from approximately 3% in 2020 to around 1% in 2023.</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5. Geographic Concentration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North America, Europe, and South America experienced the highest concentration of cases.</a:t>
            </a:r>
            <a:endParaRPr sz="1100">
              <a:solidFill>
                <a:schemeClr val="dk1"/>
              </a:solidFill>
            </a:endParaRPr>
          </a:p>
        </p:txBody>
      </p:sp>
      <p:cxnSp>
        <p:nvCxnSpPr>
          <p:cNvPr id="487" name="Google Shape;487;p67"/>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pic>
        <p:nvPicPr>
          <p:cNvPr id="488" name="Google Shape;488;p67"/>
          <p:cNvPicPr preferRelativeResize="0"/>
          <p:nvPr/>
        </p:nvPicPr>
        <p:blipFill>
          <a:blip r:embed="rId3">
            <a:alphaModFix/>
          </a:blip>
          <a:stretch>
            <a:fillRect/>
          </a:stretch>
        </p:blipFill>
        <p:spPr>
          <a:xfrm>
            <a:off x="55500" y="869925"/>
            <a:ext cx="3632000" cy="363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492" name="Shape 492"/>
        <p:cNvGrpSpPr/>
        <p:nvPr/>
      </p:nvGrpSpPr>
      <p:grpSpPr>
        <a:xfrm>
          <a:off x="0" y="0"/>
          <a:ext cx="0" cy="0"/>
          <a:chOff x="0" y="0"/>
          <a:chExt cx="0" cy="0"/>
        </a:xfrm>
      </p:grpSpPr>
      <p:sp>
        <p:nvSpPr>
          <p:cNvPr id="493" name="Google Shape;493;p68"/>
          <p:cNvSpPr txBox="1"/>
          <p:nvPr/>
        </p:nvSpPr>
        <p:spPr>
          <a:xfrm>
            <a:off x="1304025" y="286800"/>
            <a:ext cx="5025900" cy="52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accent1"/>
                </a:solidFill>
                <a:latin typeface="Inter"/>
                <a:ea typeface="Inter"/>
                <a:cs typeface="Inter"/>
                <a:sym typeface="Inter"/>
              </a:rPr>
              <a:t>Recommendations</a:t>
            </a:r>
            <a:r>
              <a:rPr lang="en" sz="3600">
                <a:solidFill>
                  <a:schemeClr val="accent1"/>
                </a:solidFill>
                <a:latin typeface="Inter"/>
                <a:ea typeface="Inter"/>
                <a:cs typeface="Inter"/>
                <a:sym typeface="Inter"/>
              </a:rPr>
              <a:t>:</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t/>
            </a:r>
            <a:endParaRPr sz="3600">
              <a:solidFill>
                <a:schemeClr val="accent1"/>
              </a:solidFill>
              <a:latin typeface="Inter"/>
              <a:ea typeface="Inter"/>
              <a:cs typeface="Inter"/>
              <a:sym typeface="Inter"/>
            </a:endParaRPr>
          </a:p>
        </p:txBody>
      </p:sp>
      <p:sp>
        <p:nvSpPr>
          <p:cNvPr id="494" name="Google Shape;494;p68"/>
          <p:cNvSpPr txBox="1"/>
          <p:nvPr/>
        </p:nvSpPr>
        <p:spPr>
          <a:xfrm>
            <a:off x="3875775" y="810600"/>
            <a:ext cx="5268000" cy="3872100"/>
          </a:xfrm>
          <a:prstGeom prst="rect">
            <a:avLst/>
          </a:prstGeom>
          <a:noFill/>
          <a:ln>
            <a:noFill/>
          </a:ln>
        </p:spPr>
        <p:txBody>
          <a:bodyPr anchorCtr="0" anchor="t" bIns="0" lIns="0" spcFirstLastPara="1" rIns="182875" wrap="square" tIns="0">
            <a:noAutofit/>
          </a:bodyPr>
          <a:lstStyle/>
          <a:p>
            <a:pPr indent="-304800" lvl="0" marL="457200" rtl="0" algn="l">
              <a:lnSpc>
                <a:spcPct val="115000"/>
              </a:lnSpc>
              <a:spcBef>
                <a:spcPts val="1200"/>
              </a:spcBef>
              <a:spcAft>
                <a:spcPts val="0"/>
              </a:spcAft>
              <a:buClr>
                <a:schemeClr val="dk1"/>
              </a:buClr>
              <a:buSzPts val="1200"/>
              <a:buAutoNum type="arabicPeriod"/>
            </a:pPr>
            <a:r>
              <a:rPr lang="en" sz="1200">
                <a:solidFill>
                  <a:schemeClr val="dk1"/>
                </a:solidFill>
              </a:rPr>
              <a:t>Investigate countries showing abnormal death rates for possible reporting inconsistencies.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rPr>
              <a:t>Maintain Vaccination Programs. This appears to have contributed to lower death rates.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rPr>
              <a:t>Improve recovery data collection and reporting standards for more reliable recovery analysis.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rPr>
              <a:t>Prioritize monitoring countries with rapid case growth despite lower total case counts.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 sz="1200">
                <a:solidFill>
                  <a:schemeClr val="dk1"/>
                </a:solidFill>
              </a:rPr>
              <a:t>Encourage International Collaboration because Global health crises requires coordinated responses and data sharing.</a:t>
            </a:r>
            <a:endParaRPr sz="1200">
              <a:solidFill>
                <a:schemeClr val="dk1"/>
              </a:solidFill>
            </a:endParaRPr>
          </a:p>
          <a:p>
            <a:pPr indent="0" lvl="0" marL="0" rtl="0" algn="l">
              <a:lnSpc>
                <a:spcPct val="115000"/>
              </a:lnSpc>
              <a:spcBef>
                <a:spcPts val="1200"/>
              </a:spcBef>
              <a:spcAft>
                <a:spcPts val="200"/>
              </a:spcAft>
              <a:buNone/>
            </a:pPr>
            <a:r>
              <a:t/>
            </a:r>
            <a:endParaRPr sz="1100">
              <a:solidFill>
                <a:schemeClr val="dk1"/>
              </a:solidFill>
            </a:endParaRPr>
          </a:p>
        </p:txBody>
      </p:sp>
      <p:cxnSp>
        <p:nvCxnSpPr>
          <p:cNvPr id="495" name="Google Shape;495;p68"/>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pic>
        <p:nvPicPr>
          <p:cNvPr id="496" name="Google Shape;496;p68"/>
          <p:cNvPicPr preferRelativeResize="0"/>
          <p:nvPr/>
        </p:nvPicPr>
        <p:blipFill rotWithShape="1">
          <a:blip r:embed="rId3">
            <a:alphaModFix/>
          </a:blip>
          <a:srcRect b="0" l="0" r="0" t="0"/>
          <a:stretch/>
        </p:blipFill>
        <p:spPr>
          <a:xfrm>
            <a:off x="55500" y="869925"/>
            <a:ext cx="3632000" cy="363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500" name="Shape 500"/>
        <p:cNvGrpSpPr/>
        <p:nvPr/>
      </p:nvGrpSpPr>
      <p:grpSpPr>
        <a:xfrm>
          <a:off x="0" y="0"/>
          <a:ext cx="0" cy="0"/>
          <a:chOff x="0" y="0"/>
          <a:chExt cx="0" cy="0"/>
        </a:xfrm>
      </p:grpSpPr>
      <p:cxnSp>
        <p:nvCxnSpPr>
          <p:cNvPr id="501" name="Google Shape;501;p69"/>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sp>
        <p:nvSpPr>
          <p:cNvPr id="502" name="Google Shape;502;p69"/>
          <p:cNvSpPr txBox="1"/>
          <p:nvPr/>
        </p:nvSpPr>
        <p:spPr>
          <a:xfrm>
            <a:off x="284850" y="286800"/>
            <a:ext cx="4227300" cy="517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accent1"/>
                </a:solidFill>
                <a:latin typeface="Inter"/>
                <a:ea typeface="Inter"/>
                <a:cs typeface="Inter"/>
                <a:sym typeface="Inter"/>
              </a:rPr>
              <a:t>Challenges Faced: </a:t>
            </a:r>
            <a:endParaRPr sz="3600">
              <a:solidFill>
                <a:schemeClr val="accent1"/>
              </a:solidFill>
              <a:latin typeface="Inter"/>
              <a:ea typeface="Inter"/>
              <a:cs typeface="Inter"/>
              <a:sym typeface="Inter"/>
            </a:endParaRPr>
          </a:p>
        </p:txBody>
      </p:sp>
      <p:sp>
        <p:nvSpPr>
          <p:cNvPr id="503" name="Google Shape;503;p69"/>
          <p:cNvSpPr txBox="1"/>
          <p:nvPr/>
        </p:nvSpPr>
        <p:spPr>
          <a:xfrm>
            <a:off x="283850" y="975350"/>
            <a:ext cx="8573100" cy="35610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1000">
                <a:solidFill>
                  <a:schemeClr val="dk1"/>
                </a:solidFill>
                <a:latin typeface="Inter"/>
                <a:ea typeface="Inter"/>
                <a:cs typeface="Inter"/>
                <a:sym typeface="Inter"/>
              </a:rPr>
              <a:t>1</a:t>
            </a:r>
            <a:r>
              <a:rPr lang="en" sz="1100">
                <a:solidFill>
                  <a:schemeClr val="dk1"/>
                </a:solidFill>
                <a:latin typeface="Inter"/>
                <a:ea typeface="Inter"/>
                <a:cs typeface="Inter"/>
                <a:sym typeface="Inter"/>
              </a:rPr>
              <a:t>. </a:t>
            </a:r>
            <a:r>
              <a:rPr lang="en" sz="1200">
                <a:solidFill>
                  <a:schemeClr val="dk1"/>
                </a:solidFill>
              </a:rPr>
              <a:t>The dataset was initially stored in a wide format with dates as columns.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Solution: </a:t>
            </a:r>
            <a:r>
              <a:rPr lang="en" sz="1200">
                <a:solidFill>
                  <a:schemeClr val="dk1"/>
                </a:solidFill>
              </a:rPr>
              <a:t>Used Power Query to unpivot date columns.</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2. The three separate datasets, Confirmed, Deaths, Recovered, had to be merged.</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Solution: </a:t>
            </a:r>
            <a:r>
              <a:rPr lang="en" sz="1200">
                <a:solidFill>
                  <a:schemeClr val="dk1"/>
                </a:solidFill>
              </a:rPr>
              <a:t>Merged using common keys and validated matching records.</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3. Values were cumulative rather than daily counts.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Solution: </a:t>
            </a:r>
            <a:r>
              <a:rPr lang="en" sz="1200">
                <a:solidFill>
                  <a:schemeClr val="dk1"/>
                </a:solidFill>
              </a:rPr>
              <a:t>Created "Latest" measures instead of summing cumulative values.</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4. Recovery data contained inconsistencies and missing values.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Solution: </a:t>
            </a:r>
            <a:r>
              <a:rPr lang="en" sz="1200">
                <a:solidFill>
                  <a:schemeClr val="dk1"/>
                </a:solidFill>
              </a:rPr>
              <a:t>Recovery-based KPIs were excluded from the final analysis.</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5. North Korea showed unrealistic death rates due to data quality issues.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Solution: </a:t>
            </a:r>
            <a:r>
              <a:rPr lang="en" sz="1200">
                <a:solidFill>
                  <a:schemeClr val="dk1"/>
                </a:solidFill>
              </a:rPr>
              <a:t>Identified as limitations of the source data and interpreted results cautiously.</a:t>
            </a:r>
            <a:endParaRPr sz="12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t/>
            </a:r>
            <a:endParaRPr sz="1100">
              <a:solidFill>
                <a:schemeClr val="dk1"/>
              </a:solidFill>
            </a:endParaRPr>
          </a:p>
          <a:p>
            <a:pPr indent="0" lvl="0" marL="0" rtl="0" algn="l">
              <a:spcBef>
                <a:spcPts val="1200"/>
              </a:spcBef>
              <a:spcAft>
                <a:spcPts val="0"/>
              </a:spcAft>
              <a:buNone/>
            </a:pPr>
            <a:r>
              <a:t/>
            </a:r>
            <a:endParaRPr sz="10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507" name="Shape 507"/>
        <p:cNvGrpSpPr/>
        <p:nvPr/>
      </p:nvGrpSpPr>
      <p:grpSpPr>
        <a:xfrm>
          <a:off x="0" y="0"/>
          <a:ext cx="0" cy="0"/>
          <a:chOff x="0" y="0"/>
          <a:chExt cx="0" cy="0"/>
        </a:xfrm>
      </p:grpSpPr>
      <p:cxnSp>
        <p:nvCxnSpPr>
          <p:cNvPr id="508" name="Google Shape;508;p70"/>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sp>
        <p:nvSpPr>
          <p:cNvPr id="509" name="Google Shape;509;p70"/>
          <p:cNvSpPr txBox="1"/>
          <p:nvPr/>
        </p:nvSpPr>
        <p:spPr>
          <a:xfrm>
            <a:off x="284850" y="286800"/>
            <a:ext cx="4227300" cy="517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accent1"/>
                </a:solidFill>
                <a:latin typeface="Inter"/>
                <a:ea typeface="Inter"/>
                <a:cs typeface="Inter"/>
                <a:sym typeface="Inter"/>
              </a:rPr>
              <a:t>Conclusion </a:t>
            </a:r>
            <a:r>
              <a:rPr lang="en" sz="3600">
                <a:solidFill>
                  <a:schemeClr val="accent1"/>
                </a:solidFill>
                <a:latin typeface="Inter"/>
                <a:ea typeface="Inter"/>
                <a:cs typeface="Inter"/>
                <a:sym typeface="Inter"/>
              </a:rPr>
              <a:t>: </a:t>
            </a:r>
            <a:endParaRPr sz="3600">
              <a:solidFill>
                <a:schemeClr val="accent1"/>
              </a:solidFill>
              <a:latin typeface="Inter"/>
              <a:ea typeface="Inter"/>
              <a:cs typeface="Inter"/>
              <a:sym typeface="Inter"/>
            </a:endParaRPr>
          </a:p>
        </p:txBody>
      </p:sp>
      <p:sp>
        <p:nvSpPr>
          <p:cNvPr id="510" name="Google Shape;510;p70"/>
          <p:cNvSpPr txBox="1"/>
          <p:nvPr/>
        </p:nvSpPr>
        <p:spPr>
          <a:xfrm>
            <a:off x="283850" y="975350"/>
            <a:ext cx="8573100" cy="35610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1200"/>
              </a:spcBef>
              <a:spcAft>
                <a:spcPts val="0"/>
              </a:spcAft>
              <a:buNone/>
            </a:pPr>
            <a:r>
              <a:rPr lang="en" sz="1200">
                <a:solidFill>
                  <a:schemeClr val="dk1"/>
                </a:solidFill>
              </a:rPr>
              <a:t>The analysis revealed that global COVID-19 cases and deaths increased significantly between 2020 and 2022 before    growth slowed in 2023. While cumulative cases continued to rise, death rates declined steadily, suggesting improvements in treatment, prevention, and response strategies. The project also highlighted the importance of understanding data structure and validating metrics before analysis. </a:t>
            </a:r>
            <a:endParaRPr sz="1200">
              <a:solidFill>
                <a:schemeClr val="dk1"/>
              </a:solidFill>
            </a:endParaRPr>
          </a:p>
          <a:p>
            <a:pPr indent="0" lvl="0" marL="0" rtl="0" algn="l">
              <a:lnSpc>
                <a:spcPct val="115000"/>
              </a:lnSpc>
              <a:spcBef>
                <a:spcPts val="1200"/>
              </a:spcBef>
              <a:spcAft>
                <a:spcPts val="0"/>
              </a:spcAft>
              <a:buNone/>
            </a:pPr>
            <a:r>
              <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000">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514" name="Shape 514"/>
        <p:cNvGrpSpPr/>
        <p:nvPr/>
      </p:nvGrpSpPr>
      <p:grpSpPr>
        <a:xfrm>
          <a:off x="0" y="0"/>
          <a:ext cx="0" cy="0"/>
          <a:chOff x="0" y="0"/>
          <a:chExt cx="0" cy="0"/>
        </a:xfrm>
      </p:grpSpPr>
      <p:cxnSp>
        <p:nvCxnSpPr>
          <p:cNvPr id="515" name="Google Shape;515;p71"/>
          <p:cNvCxnSpPr/>
          <p:nvPr/>
        </p:nvCxnSpPr>
        <p:spPr>
          <a:xfrm>
            <a:off x="283850" y="829634"/>
            <a:ext cx="8573100" cy="0"/>
          </a:xfrm>
          <a:prstGeom prst="straightConnector1">
            <a:avLst/>
          </a:prstGeom>
          <a:noFill/>
          <a:ln cap="flat" cmpd="sng" w="9525">
            <a:solidFill>
              <a:schemeClr val="dk1"/>
            </a:solidFill>
            <a:prstDash val="solid"/>
            <a:round/>
            <a:headEnd len="med" w="med" type="none"/>
            <a:tailEnd len="med" w="med" type="none"/>
          </a:ln>
        </p:spPr>
      </p:cxnSp>
      <p:sp>
        <p:nvSpPr>
          <p:cNvPr id="516" name="Google Shape;516;p71"/>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Thank you!</a:t>
            </a:r>
            <a:endParaRPr/>
          </a:p>
        </p:txBody>
      </p:sp>
      <p:sp>
        <p:nvSpPr>
          <p:cNvPr id="517" name="Google Shape;517;p71"/>
          <p:cNvSpPr txBox="1"/>
          <p:nvPr>
            <p:ph type="title"/>
          </p:nvPr>
        </p:nvSpPr>
        <p:spPr>
          <a:xfrm>
            <a:off x="358550" y="4048650"/>
            <a:ext cx="6683700" cy="809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